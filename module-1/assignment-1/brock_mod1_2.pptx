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C3B5F0-043B-4028-998D-E2A2B109A5F5}" v="16" dt="2026-08-16T00:37:34.6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5" d="100"/>
          <a:sy n="145" d="100"/>
        </p:scale>
        <p:origin x="74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da Brock" userId="109708f14e4278a8" providerId="LiveId" clId="{164694A4-60D4-4816-9B7C-D60E4BB4ED52}"/>
    <pc:docChg chg="undo custSel modSld sldOrd">
      <pc:chgData name="Amanda Brock" userId="109708f14e4278a8" providerId="LiveId" clId="{164694A4-60D4-4816-9B7C-D60E4BB4ED52}" dt="2026-08-16T00:40:34.928" v="451" actId="20577"/>
      <pc:docMkLst>
        <pc:docMk/>
      </pc:docMkLst>
      <pc:sldChg chg="addSp modSp mod">
        <pc:chgData name="Amanda Brock" userId="109708f14e4278a8" providerId="LiveId" clId="{164694A4-60D4-4816-9B7C-D60E4BB4ED52}" dt="2026-08-16T00:15:42.479" v="27" actId="207"/>
        <pc:sldMkLst>
          <pc:docMk/>
          <pc:sldMk cId="2040244732" sldId="256"/>
        </pc:sldMkLst>
        <pc:spChg chg="add mod">
          <ac:chgData name="Amanda Brock" userId="109708f14e4278a8" providerId="LiveId" clId="{164694A4-60D4-4816-9B7C-D60E4BB4ED52}" dt="2026-08-16T00:15:42.479" v="27" actId="207"/>
          <ac:spMkLst>
            <pc:docMk/>
            <pc:sldMk cId="2040244732" sldId="256"/>
            <ac:spMk id="4" creationId="{0AFEA1F7-134F-2515-B727-90AB4F488D40}"/>
          </ac:spMkLst>
        </pc:spChg>
      </pc:sldChg>
      <pc:sldChg chg="addSp modSp mod">
        <pc:chgData name="Amanda Brock" userId="109708f14e4278a8" providerId="LiveId" clId="{164694A4-60D4-4816-9B7C-D60E4BB4ED52}" dt="2026-08-16T00:36:05.503" v="425" actId="20577"/>
        <pc:sldMkLst>
          <pc:docMk/>
          <pc:sldMk cId="1973849277" sldId="257"/>
        </pc:sldMkLst>
        <pc:spChg chg="mod">
          <ac:chgData name="Amanda Brock" userId="109708f14e4278a8" providerId="LiveId" clId="{164694A4-60D4-4816-9B7C-D60E4BB4ED52}" dt="2026-08-16T00:29:42.864" v="323" actId="114"/>
          <ac:spMkLst>
            <pc:docMk/>
            <pc:sldMk cId="1973849277" sldId="257"/>
            <ac:spMk id="2" creationId="{35541F49-2374-2D4A-C022-E4B104C6A2A8}"/>
          </ac:spMkLst>
        </pc:spChg>
        <pc:spChg chg="add mod">
          <ac:chgData name="Amanda Brock" userId="109708f14e4278a8" providerId="LiveId" clId="{164694A4-60D4-4816-9B7C-D60E4BB4ED52}" dt="2026-08-16T00:34:42.953" v="411" actId="20577"/>
          <ac:spMkLst>
            <pc:docMk/>
            <pc:sldMk cId="1973849277" sldId="257"/>
            <ac:spMk id="3" creationId="{0E4B0584-5A3D-7EBF-06BE-8D2A9B57611F}"/>
          </ac:spMkLst>
        </pc:spChg>
        <pc:spChg chg="add mod">
          <ac:chgData name="Amanda Brock" userId="109708f14e4278a8" providerId="LiveId" clId="{164694A4-60D4-4816-9B7C-D60E4BB4ED52}" dt="2026-08-16T00:36:05.503" v="425" actId="20577"/>
          <ac:spMkLst>
            <pc:docMk/>
            <pc:sldMk cId="1973849277" sldId="257"/>
            <ac:spMk id="4" creationId="{3BE0FF2C-3BED-321F-079E-44DDE5A8691F}"/>
          </ac:spMkLst>
        </pc:spChg>
        <pc:graphicFrameChg chg="mod">
          <ac:chgData name="Amanda Brock" userId="109708f14e4278a8" providerId="LiveId" clId="{164694A4-60D4-4816-9B7C-D60E4BB4ED52}" dt="2026-08-16T00:29:42.864" v="323" actId="114"/>
          <ac:graphicFrameMkLst>
            <pc:docMk/>
            <pc:sldMk cId="1973849277" sldId="257"/>
            <ac:graphicFrameMk id="6" creationId="{60F0694B-3C50-EF13-B587-6444BCF988C7}"/>
          </ac:graphicFrameMkLst>
        </pc:graphicFrameChg>
        <pc:graphicFrameChg chg="mod modGraphic">
          <ac:chgData name="Amanda Brock" userId="109708f14e4278a8" providerId="LiveId" clId="{164694A4-60D4-4816-9B7C-D60E4BB4ED52}" dt="2026-08-16T00:29:42.864" v="323" actId="114"/>
          <ac:graphicFrameMkLst>
            <pc:docMk/>
            <pc:sldMk cId="1973849277" sldId="257"/>
            <ac:graphicFrameMk id="8" creationId="{7E6AED19-CE94-28CC-CCED-18EFA1553C91}"/>
          </ac:graphicFrameMkLst>
        </pc:graphicFrameChg>
        <pc:picChg chg="mod">
          <ac:chgData name="Amanda Brock" userId="109708f14e4278a8" providerId="LiveId" clId="{164694A4-60D4-4816-9B7C-D60E4BB4ED52}" dt="2026-08-16T00:29:42.864" v="323" actId="114"/>
          <ac:picMkLst>
            <pc:docMk/>
            <pc:sldMk cId="1973849277" sldId="257"/>
            <ac:picMk id="61" creationId="{A28390F6-5C6B-89C4-3CFC-B853C488E152}"/>
          </ac:picMkLst>
        </pc:picChg>
      </pc:sldChg>
      <pc:sldChg chg="addSp modSp mod">
        <pc:chgData name="Amanda Brock" userId="109708f14e4278a8" providerId="LiveId" clId="{164694A4-60D4-4816-9B7C-D60E4BB4ED52}" dt="2026-08-16T00:30:40.274" v="353" actId="20577"/>
        <pc:sldMkLst>
          <pc:docMk/>
          <pc:sldMk cId="1451223395" sldId="258"/>
        </pc:sldMkLst>
        <pc:spChg chg="mod">
          <ac:chgData name="Amanda Brock" userId="109708f14e4278a8" providerId="LiveId" clId="{164694A4-60D4-4816-9B7C-D60E4BB4ED52}" dt="2026-08-16T00:30:16.261" v="328" actId="207"/>
          <ac:spMkLst>
            <pc:docMk/>
            <pc:sldMk cId="1451223395" sldId="258"/>
            <ac:spMk id="2" creationId="{4AD69A70-2ECA-D4B5-F672-8476F11AD9DA}"/>
          </ac:spMkLst>
        </pc:spChg>
        <pc:spChg chg="mod">
          <ac:chgData name="Amanda Brock" userId="109708f14e4278a8" providerId="LiveId" clId="{164694A4-60D4-4816-9B7C-D60E4BB4ED52}" dt="2026-08-16T00:30:16.261" v="328" actId="207"/>
          <ac:spMkLst>
            <pc:docMk/>
            <pc:sldMk cId="1451223395" sldId="258"/>
            <ac:spMk id="3" creationId="{38954757-1DCD-2CA6-8013-F0DCFFF04F8C}"/>
          </ac:spMkLst>
        </pc:spChg>
        <pc:spChg chg="mod">
          <ac:chgData name="Amanda Brock" userId="109708f14e4278a8" providerId="LiveId" clId="{164694A4-60D4-4816-9B7C-D60E4BB4ED52}" dt="2026-08-16T00:30:16.261" v="328" actId="207"/>
          <ac:spMkLst>
            <pc:docMk/>
            <pc:sldMk cId="1451223395" sldId="258"/>
            <ac:spMk id="4" creationId="{651A67F5-D58B-5099-FA66-B049C4AAD9D7}"/>
          </ac:spMkLst>
        </pc:spChg>
        <pc:spChg chg="mod">
          <ac:chgData name="Amanda Brock" userId="109708f14e4278a8" providerId="LiveId" clId="{164694A4-60D4-4816-9B7C-D60E4BB4ED52}" dt="2026-08-16T00:30:16.261" v="328" actId="207"/>
          <ac:spMkLst>
            <pc:docMk/>
            <pc:sldMk cId="1451223395" sldId="258"/>
            <ac:spMk id="6" creationId="{FAE01B17-96AD-C02F-D03A-F9B364D408F5}"/>
          </ac:spMkLst>
        </pc:spChg>
        <pc:spChg chg="add mod">
          <ac:chgData name="Amanda Brock" userId="109708f14e4278a8" providerId="LiveId" clId="{164694A4-60D4-4816-9B7C-D60E4BB4ED52}" dt="2026-08-16T00:30:40.274" v="353" actId="20577"/>
          <ac:spMkLst>
            <pc:docMk/>
            <pc:sldMk cId="1451223395" sldId="258"/>
            <ac:spMk id="8" creationId="{49C9C0A9-630D-2E26-0763-CB8D149B486F}"/>
          </ac:spMkLst>
        </pc:spChg>
        <pc:spChg chg="mod">
          <ac:chgData name="Amanda Brock" userId="109708f14e4278a8" providerId="LiveId" clId="{164694A4-60D4-4816-9B7C-D60E4BB4ED52}" dt="2026-08-16T00:30:16.261" v="328" actId="207"/>
          <ac:spMkLst>
            <pc:docMk/>
            <pc:sldMk cId="1451223395" sldId="258"/>
            <ac:spMk id="10" creationId="{E2776C22-54CA-AE66-DE89-8314E0EF88FE}"/>
          </ac:spMkLst>
        </pc:spChg>
        <pc:spChg chg="mod">
          <ac:chgData name="Amanda Brock" userId="109708f14e4278a8" providerId="LiveId" clId="{164694A4-60D4-4816-9B7C-D60E4BB4ED52}" dt="2026-08-16T00:30:16.261" v="328" actId="207"/>
          <ac:spMkLst>
            <pc:docMk/>
            <pc:sldMk cId="1451223395" sldId="258"/>
            <ac:spMk id="11" creationId="{1DA82739-AFA8-E776-B6E2-E62981E75E61}"/>
          </ac:spMkLst>
        </pc:spChg>
        <pc:spChg chg="mod">
          <ac:chgData name="Amanda Brock" userId="109708f14e4278a8" providerId="LiveId" clId="{164694A4-60D4-4816-9B7C-D60E4BB4ED52}" dt="2026-08-16T00:30:16.261" v="328" actId="207"/>
          <ac:spMkLst>
            <pc:docMk/>
            <pc:sldMk cId="1451223395" sldId="258"/>
            <ac:spMk id="16" creationId="{3FCCD893-243E-4701-95DD-C0192273BB72}"/>
          </ac:spMkLst>
        </pc:spChg>
        <pc:spChg chg="mod">
          <ac:chgData name="Amanda Brock" userId="109708f14e4278a8" providerId="LiveId" clId="{164694A4-60D4-4816-9B7C-D60E4BB4ED52}" dt="2026-08-16T00:30:16.261" v="328" actId="207"/>
          <ac:spMkLst>
            <pc:docMk/>
            <pc:sldMk cId="1451223395" sldId="258"/>
            <ac:spMk id="17" creationId="{5936FB96-6E53-E5BD-9D5E-F907E6BA4107}"/>
          </ac:spMkLst>
        </pc:spChg>
        <pc:spChg chg="mod">
          <ac:chgData name="Amanda Brock" userId="109708f14e4278a8" providerId="LiveId" clId="{164694A4-60D4-4816-9B7C-D60E4BB4ED52}" dt="2026-08-16T00:30:16.261" v="328" actId="207"/>
          <ac:spMkLst>
            <pc:docMk/>
            <pc:sldMk cId="1451223395" sldId="258"/>
            <ac:spMk id="41" creationId="{7F5A73F4-62CC-30D8-E7A3-58DCD6120A55}"/>
          </ac:spMkLst>
        </pc:spChg>
        <pc:spChg chg="mod">
          <ac:chgData name="Amanda Brock" userId="109708f14e4278a8" providerId="LiveId" clId="{164694A4-60D4-4816-9B7C-D60E4BB4ED52}" dt="2026-08-16T00:18:38.864" v="181" actId="14100"/>
          <ac:spMkLst>
            <pc:docMk/>
            <pc:sldMk cId="1451223395" sldId="258"/>
            <ac:spMk id="45" creationId="{664EED9C-87BD-6DAE-0D94-A55559EFADB9}"/>
          </ac:spMkLst>
        </pc:spChg>
        <pc:spChg chg="mod">
          <ac:chgData name="Amanda Brock" userId="109708f14e4278a8" providerId="LiveId" clId="{164694A4-60D4-4816-9B7C-D60E4BB4ED52}" dt="2026-08-16T00:18:41.730" v="182" actId="14100"/>
          <ac:spMkLst>
            <pc:docMk/>
            <pc:sldMk cId="1451223395" sldId="258"/>
            <ac:spMk id="47" creationId="{B9C2FF6A-C982-33D5-5E62-3E2363489DA2}"/>
          </ac:spMkLst>
        </pc:spChg>
      </pc:sldChg>
      <pc:sldChg chg="addSp modSp mod">
        <pc:chgData name="Amanda Brock" userId="109708f14e4278a8" providerId="LiveId" clId="{164694A4-60D4-4816-9B7C-D60E4BB4ED52}" dt="2026-08-16T00:35:58.495" v="424" actId="20577"/>
        <pc:sldMkLst>
          <pc:docMk/>
          <pc:sldMk cId="3875648503" sldId="259"/>
        </pc:sldMkLst>
        <pc:spChg chg="add mod">
          <ac:chgData name="Amanda Brock" userId="109708f14e4278a8" providerId="LiveId" clId="{164694A4-60D4-4816-9B7C-D60E4BB4ED52}" dt="2026-08-16T00:35:58.495" v="424" actId="20577"/>
          <ac:spMkLst>
            <pc:docMk/>
            <pc:sldMk cId="3875648503" sldId="259"/>
            <ac:spMk id="9" creationId="{D7E6ED4B-047B-E31A-6A4B-F86FCD521A36}"/>
          </ac:spMkLst>
        </pc:spChg>
      </pc:sldChg>
      <pc:sldChg chg="addSp modSp mod">
        <pc:chgData name="Amanda Brock" userId="109708f14e4278a8" providerId="LiveId" clId="{164694A4-60D4-4816-9B7C-D60E4BB4ED52}" dt="2026-08-16T00:39:43.244" v="449" actId="20577"/>
        <pc:sldMkLst>
          <pc:docMk/>
          <pc:sldMk cId="1685250199" sldId="260"/>
        </pc:sldMkLst>
        <pc:spChg chg="add mod">
          <ac:chgData name="Amanda Brock" userId="109708f14e4278a8" providerId="LiveId" clId="{164694A4-60D4-4816-9B7C-D60E4BB4ED52}" dt="2026-08-16T00:39:43.244" v="449" actId="20577"/>
          <ac:spMkLst>
            <pc:docMk/>
            <pc:sldMk cId="1685250199" sldId="260"/>
            <ac:spMk id="5" creationId="{FD280FED-0302-BEA5-55E8-285C5B9347AE}"/>
          </ac:spMkLst>
        </pc:spChg>
        <pc:spChg chg="mod">
          <ac:chgData name="Amanda Brock" userId="109708f14e4278a8" providerId="LiveId" clId="{164694A4-60D4-4816-9B7C-D60E4BB4ED52}" dt="2026-08-16T00:19:55.957" v="187" actId="692"/>
          <ac:spMkLst>
            <pc:docMk/>
            <pc:sldMk cId="1685250199" sldId="260"/>
            <ac:spMk id="9" creationId="{1011734A-8A82-85EA-445B-D012491801D5}"/>
          </ac:spMkLst>
        </pc:spChg>
      </pc:sldChg>
      <pc:sldChg chg="addSp modSp mod">
        <pc:chgData name="Amanda Brock" userId="109708f14e4278a8" providerId="LiveId" clId="{164694A4-60D4-4816-9B7C-D60E4BB4ED52}" dt="2026-08-16T00:40:34.928" v="451" actId="20577"/>
        <pc:sldMkLst>
          <pc:docMk/>
          <pc:sldMk cId="2330811063" sldId="261"/>
        </pc:sldMkLst>
        <pc:spChg chg="mod">
          <ac:chgData name="Amanda Brock" userId="109708f14e4278a8" providerId="LiveId" clId="{164694A4-60D4-4816-9B7C-D60E4BB4ED52}" dt="2026-08-16T00:34:55.654" v="413" actId="20577"/>
          <ac:spMkLst>
            <pc:docMk/>
            <pc:sldMk cId="2330811063" sldId="261"/>
            <ac:spMk id="2" creationId="{090AF8B5-6B5C-4549-86DF-67132D03D959}"/>
          </ac:spMkLst>
        </pc:spChg>
        <pc:spChg chg="add mod">
          <ac:chgData name="Amanda Brock" userId="109708f14e4278a8" providerId="LiveId" clId="{164694A4-60D4-4816-9B7C-D60E4BB4ED52}" dt="2026-08-16T00:36:13.520" v="426" actId="20577"/>
          <ac:spMkLst>
            <pc:docMk/>
            <pc:sldMk cId="2330811063" sldId="261"/>
            <ac:spMk id="4" creationId="{74EEF4AE-4029-A88C-73A1-8E48B0A247AE}"/>
          </ac:spMkLst>
        </pc:spChg>
        <pc:spChg chg="mod">
          <ac:chgData name="Amanda Brock" userId="109708f14e4278a8" providerId="LiveId" clId="{164694A4-60D4-4816-9B7C-D60E4BB4ED52}" dt="2026-08-16T00:40:34.928" v="451" actId="20577"/>
          <ac:spMkLst>
            <pc:docMk/>
            <pc:sldMk cId="2330811063" sldId="261"/>
            <ac:spMk id="7" creationId="{23A840FB-BEA2-D04E-F319-7B9055BFB726}"/>
          </ac:spMkLst>
        </pc:spChg>
        <pc:spChg chg="mod">
          <ac:chgData name="Amanda Brock" userId="109708f14e4278a8" providerId="LiveId" clId="{164694A4-60D4-4816-9B7C-D60E4BB4ED52}" dt="2026-08-16T00:21:55.677" v="227" actId="113"/>
          <ac:spMkLst>
            <pc:docMk/>
            <pc:sldMk cId="2330811063" sldId="261"/>
            <ac:spMk id="14" creationId="{E953D7DE-5828-4040-5BA1-DDFB9B4CA220}"/>
          </ac:spMkLst>
        </pc:spChg>
      </pc:sldChg>
      <pc:sldChg chg="addSp modSp mod">
        <pc:chgData name="Amanda Brock" userId="109708f14e4278a8" providerId="LiveId" clId="{164694A4-60D4-4816-9B7C-D60E4BB4ED52}" dt="2026-08-16T00:40:04.434" v="450" actId="20577"/>
        <pc:sldMkLst>
          <pc:docMk/>
          <pc:sldMk cId="2936155200" sldId="263"/>
        </pc:sldMkLst>
        <pc:spChg chg="add mod">
          <ac:chgData name="Amanda Brock" userId="109708f14e4278a8" providerId="LiveId" clId="{164694A4-60D4-4816-9B7C-D60E4BB4ED52}" dt="2026-08-16T00:40:04.434" v="450" actId="20577"/>
          <ac:spMkLst>
            <pc:docMk/>
            <pc:sldMk cId="2936155200" sldId="263"/>
            <ac:spMk id="7" creationId="{33453055-F02A-C535-5D9B-39AE0B7D8C08}"/>
          </ac:spMkLst>
        </pc:spChg>
        <pc:spChg chg="mod">
          <ac:chgData name="Amanda Brock" userId="109708f14e4278a8" providerId="LiveId" clId="{164694A4-60D4-4816-9B7C-D60E4BB4ED52}" dt="2026-08-16T00:23:29.290" v="240" actId="207"/>
          <ac:spMkLst>
            <pc:docMk/>
            <pc:sldMk cId="2936155200" sldId="263"/>
            <ac:spMk id="8" creationId="{DB0B53FC-16BE-C084-7A1C-00C9CD2C9FDE}"/>
          </ac:spMkLst>
        </pc:spChg>
        <pc:spChg chg="mod">
          <ac:chgData name="Amanda Brock" userId="109708f14e4278a8" providerId="LiveId" clId="{164694A4-60D4-4816-9B7C-D60E4BB4ED52}" dt="2026-08-16T00:23:24.210" v="239" actId="207"/>
          <ac:spMkLst>
            <pc:docMk/>
            <pc:sldMk cId="2936155200" sldId="263"/>
            <ac:spMk id="10" creationId="{979D8794-0551-24E2-07CD-1CAB2652C98E}"/>
          </ac:spMkLst>
        </pc:spChg>
      </pc:sldChg>
      <pc:sldChg chg="addSp modSp mod">
        <pc:chgData name="Amanda Brock" userId="109708f14e4278a8" providerId="LiveId" clId="{164694A4-60D4-4816-9B7C-D60E4BB4ED52}" dt="2026-08-16T00:36:18.682" v="427" actId="20577"/>
        <pc:sldMkLst>
          <pc:docMk/>
          <pc:sldMk cId="3692706793" sldId="264"/>
        </pc:sldMkLst>
        <pc:spChg chg="add mod">
          <ac:chgData name="Amanda Brock" userId="109708f14e4278a8" providerId="LiveId" clId="{164694A4-60D4-4816-9B7C-D60E4BB4ED52}" dt="2026-08-16T00:36:18.682" v="427" actId="20577"/>
          <ac:spMkLst>
            <pc:docMk/>
            <pc:sldMk cId="3692706793" sldId="264"/>
            <ac:spMk id="8" creationId="{959A4115-31BE-D396-3625-F65E8BBB41BE}"/>
          </ac:spMkLst>
        </pc:spChg>
      </pc:sldChg>
      <pc:sldChg chg="modSp mod ord">
        <pc:chgData name="Amanda Brock" userId="109708f14e4278a8" providerId="LiveId" clId="{164694A4-60D4-4816-9B7C-D60E4BB4ED52}" dt="2026-08-16T00:37:35.333" v="448" actId="20577"/>
        <pc:sldMkLst>
          <pc:docMk/>
          <pc:sldMk cId="3401948578" sldId="265"/>
        </pc:sldMkLst>
        <pc:spChg chg="mod">
          <ac:chgData name="Amanda Brock" userId="109708f14e4278a8" providerId="LiveId" clId="{164694A4-60D4-4816-9B7C-D60E4BB4ED52}" dt="2026-08-16T00:37:35.333" v="448" actId="20577"/>
          <ac:spMkLst>
            <pc:docMk/>
            <pc:sldMk cId="3401948578" sldId="265"/>
            <ac:spMk id="3" creationId="{FFE975CE-D398-33EE-BD78-2283EC500C1D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BF4CF2-1077-4904-8F82-1E9EC444724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D007212-09AB-41B9-A69B-E9E9CE5E17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It </a:t>
          </a:r>
          <a:r>
            <a:rPr lang="en-US" dirty="0">
              <a:solidFill>
                <a:schemeClr val="tx1">
                  <a:lumMod val="90000"/>
                  <a:lumOff val="10000"/>
                </a:schemeClr>
              </a:solidFill>
            </a:rPr>
            <a:t>includes development, testing, approvals</a:t>
          </a:r>
          <a:r>
            <a:rPr lang="en-US" dirty="0"/>
            <a:t>, and deployment.</a:t>
          </a:r>
        </a:p>
      </dgm:t>
    </dgm:pt>
    <dgm:pt modelId="{FD2BD2C5-916D-4A60-9500-80C25528944C}" type="parTrans" cxnId="{51393BB1-657F-4F88-9B54-00E0576517D0}">
      <dgm:prSet/>
      <dgm:spPr/>
      <dgm:t>
        <a:bodyPr/>
        <a:lstStyle/>
        <a:p>
          <a:endParaRPr lang="en-US"/>
        </a:p>
      </dgm:t>
    </dgm:pt>
    <dgm:pt modelId="{CC3197A4-F385-483A-971C-CD4B54233C53}" type="sibTrans" cxnId="{51393BB1-657F-4F88-9B54-00E0576517D0}">
      <dgm:prSet/>
      <dgm:spPr/>
      <dgm:t>
        <a:bodyPr/>
        <a:lstStyle/>
        <a:p>
          <a:endParaRPr lang="en-US"/>
        </a:p>
      </dgm:t>
    </dgm:pt>
    <dgm:pt modelId="{72E033B9-2B7A-43E1-8DFF-DEC7962E6A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also includes the time work spends waiting between those steps.</a:t>
          </a:r>
        </a:p>
      </dgm:t>
    </dgm:pt>
    <dgm:pt modelId="{651AB00B-3D30-4166-9EAC-D99CCC8968CA}" type="parTrans" cxnId="{E1EA08E9-2FA6-4711-BFA9-AAE93AED06B0}">
      <dgm:prSet/>
      <dgm:spPr/>
      <dgm:t>
        <a:bodyPr/>
        <a:lstStyle/>
        <a:p>
          <a:endParaRPr lang="en-US"/>
        </a:p>
      </dgm:t>
    </dgm:pt>
    <dgm:pt modelId="{E3BCF6D7-2A28-4D81-8148-2A463350CBEC}" type="sibTrans" cxnId="{E1EA08E9-2FA6-4711-BFA9-AAE93AED06B0}">
      <dgm:prSet/>
      <dgm:spPr/>
      <dgm:t>
        <a:bodyPr/>
        <a:lstStyle/>
        <a:p>
          <a:endParaRPr lang="en-US"/>
        </a:p>
      </dgm:t>
    </dgm:pt>
    <dgm:pt modelId="{48522E00-F473-4EE7-87B7-B62F65B6F8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Looking at the entire process helps teams find where work is getting slowed down.</a:t>
          </a:r>
        </a:p>
      </dgm:t>
    </dgm:pt>
    <dgm:pt modelId="{73C7A730-860E-47D5-9532-A268D8AC81FE}" type="parTrans" cxnId="{0501AEEB-CA47-462B-BEE0-9840387C0C94}">
      <dgm:prSet/>
      <dgm:spPr/>
      <dgm:t>
        <a:bodyPr/>
        <a:lstStyle/>
        <a:p>
          <a:endParaRPr lang="en-US"/>
        </a:p>
      </dgm:t>
    </dgm:pt>
    <dgm:pt modelId="{FCE49732-ED5A-426E-A863-48DE84BD1BBE}" type="sibTrans" cxnId="{0501AEEB-CA47-462B-BEE0-9840387C0C94}">
      <dgm:prSet/>
      <dgm:spPr/>
      <dgm:t>
        <a:bodyPr/>
        <a:lstStyle/>
        <a:p>
          <a:endParaRPr lang="en-US"/>
        </a:p>
      </dgm:t>
    </dgm:pt>
    <dgm:pt modelId="{5F8C96F8-40F2-41BB-841A-A664033266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 DevOps, the goal is to make this process faster without sacrificing quality or reliability.</a:t>
          </a:r>
        </a:p>
      </dgm:t>
    </dgm:pt>
    <dgm:pt modelId="{BC157462-AFA5-433D-8420-CF75D4C3E221}" type="parTrans" cxnId="{E048D285-264E-4BE1-BE6A-557982991D66}">
      <dgm:prSet/>
      <dgm:spPr/>
      <dgm:t>
        <a:bodyPr/>
        <a:lstStyle/>
        <a:p>
          <a:endParaRPr lang="en-US"/>
        </a:p>
      </dgm:t>
    </dgm:pt>
    <dgm:pt modelId="{2600FC9F-D660-4880-B469-54DD346F1A7E}" type="sibTrans" cxnId="{E048D285-264E-4BE1-BE6A-557982991D66}">
      <dgm:prSet/>
      <dgm:spPr/>
      <dgm:t>
        <a:bodyPr/>
        <a:lstStyle/>
        <a:p>
          <a:endParaRPr lang="en-US"/>
        </a:p>
      </dgm:t>
    </dgm:pt>
    <dgm:pt modelId="{D932528D-056F-4982-8099-45662F7EA909}" type="pres">
      <dgm:prSet presAssocID="{81BF4CF2-1077-4904-8F82-1E9EC4447245}" presName="root" presStyleCnt="0">
        <dgm:presLayoutVars>
          <dgm:dir/>
          <dgm:resizeHandles val="exact"/>
        </dgm:presLayoutVars>
      </dgm:prSet>
      <dgm:spPr/>
    </dgm:pt>
    <dgm:pt modelId="{2A53BDF5-402D-47D2-8A9E-BF8768EA3354}" type="pres">
      <dgm:prSet presAssocID="{DD007212-09AB-41B9-A69B-E9E9CE5E17E7}" presName="compNode" presStyleCnt="0"/>
      <dgm:spPr/>
    </dgm:pt>
    <dgm:pt modelId="{E28CD79A-4D00-448E-B18C-38B3941E3906}" type="pres">
      <dgm:prSet presAssocID="{DD007212-09AB-41B9-A69B-E9E9CE5E17E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068A8EBD-A621-44A3-9DC5-3B9337B9D731}" type="pres">
      <dgm:prSet presAssocID="{DD007212-09AB-41B9-A69B-E9E9CE5E17E7}" presName="spaceRect" presStyleCnt="0"/>
      <dgm:spPr/>
    </dgm:pt>
    <dgm:pt modelId="{1FD3E63D-C510-4AE5-A44C-2A57D0137A0E}" type="pres">
      <dgm:prSet presAssocID="{DD007212-09AB-41B9-A69B-E9E9CE5E17E7}" presName="textRect" presStyleLbl="revTx" presStyleIdx="0" presStyleCnt="4">
        <dgm:presLayoutVars>
          <dgm:chMax val="1"/>
          <dgm:chPref val="1"/>
        </dgm:presLayoutVars>
      </dgm:prSet>
      <dgm:spPr/>
    </dgm:pt>
    <dgm:pt modelId="{D8ADA166-F855-4585-95C3-BB94FD1001F6}" type="pres">
      <dgm:prSet presAssocID="{CC3197A4-F385-483A-971C-CD4B54233C53}" presName="sibTrans" presStyleCnt="0"/>
      <dgm:spPr/>
    </dgm:pt>
    <dgm:pt modelId="{D4C59665-7B3D-4307-B0DD-E9D88EC570A6}" type="pres">
      <dgm:prSet presAssocID="{72E033B9-2B7A-43E1-8DFF-DEC7962E6AA7}" presName="compNode" presStyleCnt="0"/>
      <dgm:spPr/>
    </dgm:pt>
    <dgm:pt modelId="{DC085C2C-C748-45BD-9E20-C61BCFA2E8B8}" type="pres">
      <dgm:prSet presAssocID="{72E033B9-2B7A-43E1-8DFF-DEC7962E6AA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552944D2-0FF7-4F96-965C-D2B16D5AE9F8}" type="pres">
      <dgm:prSet presAssocID="{72E033B9-2B7A-43E1-8DFF-DEC7962E6AA7}" presName="spaceRect" presStyleCnt="0"/>
      <dgm:spPr/>
    </dgm:pt>
    <dgm:pt modelId="{27C953A7-B63D-41B1-A975-31D365194BB6}" type="pres">
      <dgm:prSet presAssocID="{72E033B9-2B7A-43E1-8DFF-DEC7962E6AA7}" presName="textRect" presStyleLbl="revTx" presStyleIdx="1" presStyleCnt="4">
        <dgm:presLayoutVars>
          <dgm:chMax val="1"/>
          <dgm:chPref val="1"/>
        </dgm:presLayoutVars>
      </dgm:prSet>
      <dgm:spPr/>
    </dgm:pt>
    <dgm:pt modelId="{20F7894C-EFBA-4C3F-B58D-28A2A7A20930}" type="pres">
      <dgm:prSet presAssocID="{E3BCF6D7-2A28-4D81-8148-2A463350CBEC}" presName="sibTrans" presStyleCnt="0"/>
      <dgm:spPr/>
    </dgm:pt>
    <dgm:pt modelId="{7A91A918-AFFB-4EB5-A2CF-6276D3655C5E}" type="pres">
      <dgm:prSet presAssocID="{48522E00-F473-4EE7-87B7-B62F65B6F866}" presName="compNode" presStyleCnt="0"/>
      <dgm:spPr/>
    </dgm:pt>
    <dgm:pt modelId="{BE4FDC85-BD08-4F1A-A92E-A8AED736B3CC}" type="pres">
      <dgm:prSet presAssocID="{48522E00-F473-4EE7-87B7-B62F65B6F86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BC60C2E0-3F12-456B-ABBB-CFAF013E1323}" type="pres">
      <dgm:prSet presAssocID="{48522E00-F473-4EE7-87B7-B62F65B6F866}" presName="spaceRect" presStyleCnt="0"/>
      <dgm:spPr/>
    </dgm:pt>
    <dgm:pt modelId="{D3CAE4EC-86A0-433C-9025-E9B016D9EA89}" type="pres">
      <dgm:prSet presAssocID="{48522E00-F473-4EE7-87B7-B62F65B6F866}" presName="textRect" presStyleLbl="revTx" presStyleIdx="2" presStyleCnt="4">
        <dgm:presLayoutVars>
          <dgm:chMax val="1"/>
          <dgm:chPref val="1"/>
        </dgm:presLayoutVars>
      </dgm:prSet>
      <dgm:spPr/>
    </dgm:pt>
    <dgm:pt modelId="{C120637C-B766-4020-B755-199307D6D0AB}" type="pres">
      <dgm:prSet presAssocID="{FCE49732-ED5A-426E-A863-48DE84BD1BBE}" presName="sibTrans" presStyleCnt="0"/>
      <dgm:spPr/>
    </dgm:pt>
    <dgm:pt modelId="{CCC1E5CA-10A2-45D9-B956-C8A4D7EADC71}" type="pres">
      <dgm:prSet presAssocID="{5F8C96F8-40F2-41BB-841A-A6640332661A}" presName="compNode" presStyleCnt="0"/>
      <dgm:spPr/>
    </dgm:pt>
    <dgm:pt modelId="{112755AD-1C3D-4A75-8E56-2BBAFDC0EDF1}" type="pres">
      <dgm:prSet presAssocID="{5F8C96F8-40F2-41BB-841A-A6640332661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976D4A99-E169-4354-BC75-008292E4D843}" type="pres">
      <dgm:prSet presAssocID="{5F8C96F8-40F2-41BB-841A-A6640332661A}" presName="spaceRect" presStyleCnt="0"/>
      <dgm:spPr/>
    </dgm:pt>
    <dgm:pt modelId="{EA111618-410C-44E2-A2E8-8BB8143B2C2A}" type="pres">
      <dgm:prSet presAssocID="{5F8C96F8-40F2-41BB-841A-A6640332661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554D765-AFFF-4EFB-B34C-84A3A3392DB1}" type="presOf" srcId="{81BF4CF2-1077-4904-8F82-1E9EC4447245}" destId="{D932528D-056F-4982-8099-45662F7EA909}" srcOrd="0" destOrd="0" presId="urn:microsoft.com/office/officeart/2018/2/layout/IconLabelList"/>
    <dgm:cxn modelId="{43FD9E78-CBB9-41A6-9E47-52D3C00BE279}" type="presOf" srcId="{48522E00-F473-4EE7-87B7-B62F65B6F866}" destId="{D3CAE4EC-86A0-433C-9025-E9B016D9EA89}" srcOrd="0" destOrd="0" presId="urn:microsoft.com/office/officeart/2018/2/layout/IconLabelList"/>
    <dgm:cxn modelId="{E048D285-264E-4BE1-BE6A-557982991D66}" srcId="{81BF4CF2-1077-4904-8F82-1E9EC4447245}" destId="{5F8C96F8-40F2-41BB-841A-A6640332661A}" srcOrd="3" destOrd="0" parTransId="{BC157462-AFA5-433D-8420-CF75D4C3E221}" sibTransId="{2600FC9F-D660-4880-B469-54DD346F1A7E}"/>
    <dgm:cxn modelId="{BB6091A0-F520-4915-9EE1-EA7B1BF0A3D1}" type="presOf" srcId="{72E033B9-2B7A-43E1-8DFF-DEC7962E6AA7}" destId="{27C953A7-B63D-41B1-A975-31D365194BB6}" srcOrd="0" destOrd="0" presId="urn:microsoft.com/office/officeart/2018/2/layout/IconLabelList"/>
    <dgm:cxn modelId="{51393BB1-657F-4F88-9B54-00E0576517D0}" srcId="{81BF4CF2-1077-4904-8F82-1E9EC4447245}" destId="{DD007212-09AB-41B9-A69B-E9E9CE5E17E7}" srcOrd="0" destOrd="0" parTransId="{FD2BD2C5-916D-4A60-9500-80C25528944C}" sibTransId="{CC3197A4-F385-483A-971C-CD4B54233C53}"/>
    <dgm:cxn modelId="{95B3C3D3-E190-4D63-A97A-A438E0FFF140}" type="presOf" srcId="{5F8C96F8-40F2-41BB-841A-A6640332661A}" destId="{EA111618-410C-44E2-A2E8-8BB8143B2C2A}" srcOrd="0" destOrd="0" presId="urn:microsoft.com/office/officeart/2018/2/layout/IconLabelList"/>
    <dgm:cxn modelId="{910B4DD7-57BA-41BB-9B6C-FB1BB079D743}" type="presOf" srcId="{DD007212-09AB-41B9-A69B-E9E9CE5E17E7}" destId="{1FD3E63D-C510-4AE5-A44C-2A57D0137A0E}" srcOrd="0" destOrd="0" presId="urn:microsoft.com/office/officeart/2018/2/layout/IconLabelList"/>
    <dgm:cxn modelId="{E1EA08E9-2FA6-4711-BFA9-AAE93AED06B0}" srcId="{81BF4CF2-1077-4904-8F82-1E9EC4447245}" destId="{72E033B9-2B7A-43E1-8DFF-DEC7962E6AA7}" srcOrd="1" destOrd="0" parTransId="{651AB00B-3D30-4166-9EAC-D99CCC8968CA}" sibTransId="{E3BCF6D7-2A28-4D81-8148-2A463350CBEC}"/>
    <dgm:cxn modelId="{0501AEEB-CA47-462B-BEE0-9840387C0C94}" srcId="{81BF4CF2-1077-4904-8F82-1E9EC4447245}" destId="{48522E00-F473-4EE7-87B7-B62F65B6F866}" srcOrd="2" destOrd="0" parTransId="{73C7A730-860E-47D5-9532-A268D8AC81FE}" sibTransId="{FCE49732-ED5A-426E-A863-48DE84BD1BBE}"/>
    <dgm:cxn modelId="{46A5ED65-4BF3-44B1-9276-F19F18D930D9}" type="presParOf" srcId="{D932528D-056F-4982-8099-45662F7EA909}" destId="{2A53BDF5-402D-47D2-8A9E-BF8768EA3354}" srcOrd="0" destOrd="0" presId="urn:microsoft.com/office/officeart/2018/2/layout/IconLabelList"/>
    <dgm:cxn modelId="{5B06E5A2-0715-490B-BAAC-D29895DB0387}" type="presParOf" srcId="{2A53BDF5-402D-47D2-8A9E-BF8768EA3354}" destId="{E28CD79A-4D00-448E-B18C-38B3941E3906}" srcOrd="0" destOrd="0" presId="urn:microsoft.com/office/officeart/2018/2/layout/IconLabelList"/>
    <dgm:cxn modelId="{224DF013-F840-448F-BBB5-C125D25AACA4}" type="presParOf" srcId="{2A53BDF5-402D-47D2-8A9E-BF8768EA3354}" destId="{068A8EBD-A621-44A3-9DC5-3B9337B9D731}" srcOrd="1" destOrd="0" presId="urn:microsoft.com/office/officeart/2018/2/layout/IconLabelList"/>
    <dgm:cxn modelId="{EABAA0DB-8798-4700-A2C8-27670D09DA0C}" type="presParOf" srcId="{2A53BDF5-402D-47D2-8A9E-BF8768EA3354}" destId="{1FD3E63D-C510-4AE5-A44C-2A57D0137A0E}" srcOrd="2" destOrd="0" presId="urn:microsoft.com/office/officeart/2018/2/layout/IconLabelList"/>
    <dgm:cxn modelId="{CB83BA87-9749-4783-8EDE-2E05BC7B5FAD}" type="presParOf" srcId="{D932528D-056F-4982-8099-45662F7EA909}" destId="{D8ADA166-F855-4585-95C3-BB94FD1001F6}" srcOrd="1" destOrd="0" presId="urn:microsoft.com/office/officeart/2018/2/layout/IconLabelList"/>
    <dgm:cxn modelId="{E97ED948-09D5-4BC7-9CE9-19A11D6F9D10}" type="presParOf" srcId="{D932528D-056F-4982-8099-45662F7EA909}" destId="{D4C59665-7B3D-4307-B0DD-E9D88EC570A6}" srcOrd="2" destOrd="0" presId="urn:microsoft.com/office/officeart/2018/2/layout/IconLabelList"/>
    <dgm:cxn modelId="{7E04C2E3-C9BB-446E-82EA-1DD894DE076E}" type="presParOf" srcId="{D4C59665-7B3D-4307-B0DD-E9D88EC570A6}" destId="{DC085C2C-C748-45BD-9E20-C61BCFA2E8B8}" srcOrd="0" destOrd="0" presId="urn:microsoft.com/office/officeart/2018/2/layout/IconLabelList"/>
    <dgm:cxn modelId="{87351A1B-2719-4003-8ACE-E4A309779D1F}" type="presParOf" srcId="{D4C59665-7B3D-4307-B0DD-E9D88EC570A6}" destId="{552944D2-0FF7-4F96-965C-D2B16D5AE9F8}" srcOrd="1" destOrd="0" presId="urn:microsoft.com/office/officeart/2018/2/layout/IconLabelList"/>
    <dgm:cxn modelId="{7A7C7835-EC14-44FF-9436-3D504B2B7CDC}" type="presParOf" srcId="{D4C59665-7B3D-4307-B0DD-E9D88EC570A6}" destId="{27C953A7-B63D-41B1-A975-31D365194BB6}" srcOrd="2" destOrd="0" presId="urn:microsoft.com/office/officeart/2018/2/layout/IconLabelList"/>
    <dgm:cxn modelId="{2ECF6FA7-010F-4182-92C6-14D6F4483126}" type="presParOf" srcId="{D932528D-056F-4982-8099-45662F7EA909}" destId="{20F7894C-EFBA-4C3F-B58D-28A2A7A20930}" srcOrd="3" destOrd="0" presId="urn:microsoft.com/office/officeart/2018/2/layout/IconLabelList"/>
    <dgm:cxn modelId="{D313C3A5-A407-4B04-8449-59B45D040B5E}" type="presParOf" srcId="{D932528D-056F-4982-8099-45662F7EA909}" destId="{7A91A918-AFFB-4EB5-A2CF-6276D3655C5E}" srcOrd="4" destOrd="0" presId="urn:microsoft.com/office/officeart/2018/2/layout/IconLabelList"/>
    <dgm:cxn modelId="{46BB9ED1-04B3-4819-8B19-584772BEDDC4}" type="presParOf" srcId="{7A91A918-AFFB-4EB5-A2CF-6276D3655C5E}" destId="{BE4FDC85-BD08-4F1A-A92E-A8AED736B3CC}" srcOrd="0" destOrd="0" presId="urn:microsoft.com/office/officeart/2018/2/layout/IconLabelList"/>
    <dgm:cxn modelId="{78FFB43D-8B7F-476C-8976-ACB234D8F131}" type="presParOf" srcId="{7A91A918-AFFB-4EB5-A2CF-6276D3655C5E}" destId="{BC60C2E0-3F12-456B-ABBB-CFAF013E1323}" srcOrd="1" destOrd="0" presId="urn:microsoft.com/office/officeart/2018/2/layout/IconLabelList"/>
    <dgm:cxn modelId="{94CF4FCD-D8A4-41D1-9BDE-EEF2311FD514}" type="presParOf" srcId="{7A91A918-AFFB-4EB5-A2CF-6276D3655C5E}" destId="{D3CAE4EC-86A0-433C-9025-E9B016D9EA89}" srcOrd="2" destOrd="0" presId="urn:microsoft.com/office/officeart/2018/2/layout/IconLabelList"/>
    <dgm:cxn modelId="{69536B1D-1CF5-4CE5-A890-73A5AAB8C3D8}" type="presParOf" srcId="{D932528D-056F-4982-8099-45662F7EA909}" destId="{C120637C-B766-4020-B755-199307D6D0AB}" srcOrd="5" destOrd="0" presId="urn:microsoft.com/office/officeart/2018/2/layout/IconLabelList"/>
    <dgm:cxn modelId="{CBB736F8-340E-411F-98DC-66218212D1E2}" type="presParOf" srcId="{D932528D-056F-4982-8099-45662F7EA909}" destId="{CCC1E5CA-10A2-45D9-B956-C8A4D7EADC71}" srcOrd="6" destOrd="0" presId="urn:microsoft.com/office/officeart/2018/2/layout/IconLabelList"/>
    <dgm:cxn modelId="{D5BF7195-9F70-428F-96A6-2ECC9D467A45}" type="presParOf" srcId="{CCC1E5CA-10A2-45D9-B956-C8A4D7EADC71}" destId="{112755AD-1C3D-4A75-8E56-2BBAFDC0EDF1}" srcOrd="0" destOrd="0" presId="urn:microsoft.com/office/officeart/2018/2/layout/IconLabelList"/>
    <dgm:cxn modelId="{BEFCE708-6679-43C4-8FB5-09BFFEAE2F3C}" type="presParOf" srcId="{CCC1E5CA-10A2-45D9-B956-C8A4D7EADC71}" destId="{976D4A99-E169-4354-BC75-008292E4D843}" srcOrd="1" destOrd="0" presId="urn:microsoft.com/office/officeart/2018/2/layout/IconLabelList"/>
    <dgm:cxn modelId="{688A14DA-EC03-4B6B-85AE-C60B99A96DCC}" type="presParOf" srcId="{CCC1E5CA-10A2-45D9-B956-C8A4D7EADC71}" destId="{EA111618-410C-44E2-A2E8-8BB8143B2C2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3A18D4-5839-4FFA-9FA7-3A41D494971C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DC7030-3A85-4782-BDD0-F92F275F8231}">
      <dgm:prSet phldrT="[Text]" phldr="0"/>
      <dgm:spPr>
        <a:noFill/>
        <a:ln cmpd="sng">
          <a:solidFill>
            <a:schemeClr val="accent1"/>
          </a:solidFill>
          <a:prstDash val="sysDot"/>
          <a:extLst>
            <a:ext uri="{C807C97D-BFC1-408E-A445-0C87EB9F89A2}">
              <ask:lineSketchStyleProps xmlns:ask="http://schemas.microsoft.com/office/drawing/2018/sketchyshapes">
                <ask:type>
                  <ask:lineSketchNone/>
                </ask:type>
              </ask:lineSketchStyleProps>
            </a:ext>
          </a:extLst>
        </a:ln>
      </dgm:spPr>
      <dgm:t>
        <a:bodyPr/>
        <a:lstStyle/>
        <a:p>
          <a:r>
            <a:rPr lang="en-US" dirty="0">
              <a:solidFill>
                <a:schemeClr val="accent1"/>
              </a:solidFill>
            </a:rPr>
            <a:t>Idea</a:t>
          </a:r>
        </a:p>
      </dgm:t>
    </dgm:pt>
    <dgm:pt modelId="{07BCF8BD-70D3-4CBD-8098-D439663D5E6E}" type="parTrans" cxnId="{164E2EE3-C242-4BBE-B5E7-7B590200A00A}">
      <dgm:prSet/>
      <dgm:spPr/>
      <dgm:t>
        <a:bodyPr/>
        <a:lstStyle/>
        <a:p>
          <a:endParaRPr lang="en-US"/>
        </a:p>
      </dgm:t>
    </dgm:pt>
    <dgm:pt modelId="{4FEDDFA1-31ED-4616-A352-D50B4882B95B}" type="sibTrans" cxnId="{164E2EE3-C242-4BBE-B5E7-7B590200A00A}">
      <dgm:prSet/>
      <dgm:spPr/>
      <dgm:t>
        <a:bodyPr/>
        <a:lstStyle/>
        <a:p>
          <a:endParaRPr lang="en-US"/>
        </a:p>
      </dgm:t>
    </dgm:pt>
    <dgm:pt modelId="{EF7DD759-7616-4436-86B9-D0497DC27BEF}">
      <dgm:prSet phldrT="[Text]" phldr="0"/>
      <dgm:spPr>
        <a:noFill/>
        <a:ln>
          <a:solidFill>
            <a:schemeClr val="accent1"/>
          </a:solidFill>
          <a:prstDash val="sysDot"/>
        </a:ln>
      </dgm:spPr>
      <dgm:t>
        <a:bodyPr/>
        <a:lstStyle/>
        <a:p>
          <a:r>
            <a:rPr lang="en-US" dirty="0">
              <a:solidFill>
                <a:schemeClr val="accent1"/>
              </a:solidFill>
            </a:rPr>
            <a:t>Development</a:t>
          </a:r>
        </a:p>
      </dgm:t>
    </dgm:pt>
    <dgm:pt modelId="{0ED6A8B2-52B0-4974-9854-5EB6495CE1FF}" type="parTrans" cxnId="{0EFBCE4D-5F33-4936-91FE-71AB998A1CB0}">
      <dgm:prSet/>
      <dgm:spPr/>
      <dgm:t>
        <a:bodyPr/>
        <a:lstStyle/>
        <a:p>
          <a:endParaRPr lang="en-US"/>
        </a:p>
      </dgm:t>
    </dgm:pt>
    <dgm:pt modelId="{241BAB55-AEE0-4883-818E-9346AF0CBA57}" type="sibTrans" cxnId="{0EFBCE4D-5F33-4936-91FE-71AB998A1CB0}">
      <dgm:prSet/>
      <dgm:spPr/>
      <dgm:t>
        <a:bodyPr/>
        <a:lstStyle/>
        <a:p>
          <a:endParaRPr lang="en-US"/>
        </a:p>
      </dgm:t>
    </dgm:pt>
    <dgm:pt modelId="{FA95C613-7D4A-49DD-A8A8-D967CAE1390B}">
      <dgm:prSet phldrT="[Text]" phldr="0"/>
      <dgm:spPr>
        <a:noFill/>
        <a:ln>
          <a:solidFill>
            <a:schemeClr val="accent1"/>
          </a:solidFill>
          <a:prstDash val="sysDot"/>
        </a:ln>
      </dgm:spPr>
      <dgm:t>
        <a:bodyPr/>
        <a:lstStyle/>
        <a:p>
          <a:r>
            <a:rPr lang="en-US" dirty="0">
              <a:solidFill>
                <a:schemeClr val="accent1"/>
              </a:solidFill>
            </a:rPr>
            <a:t>Testing</a:t>
          </a:r>
        </a:p>
      </dgm:t>
    </dgm:pt>
    <dgm:pt modelId="{9F93F6E6-FDFE-464C-B5AB-186C66692306}" type="parTrans" cxnId="{E88C5117-0C5A-4A03-B77D-052A1264500F}">
      <dgm:prSet/>
      <dgm:spPr/>
      <dgm:t>
        <a:bodyPr/>
        <a:lstStyle/>
        <a:p>
          <a:endParaRPr lang="en-US"/>
        </a:p>
      </dgm:t>
    </dgm:pt>
    <dgm:pt modelId="{18700620-B463-403F-92D5-B470D522FEDD}" type="sibTrans" cxnId="{E88C5117-0C5A-4A03-B77D-052A1264500F}">
      <dgm:prSet/>
      <dgm:spPr/>
      <dgm:t>
        <a:bodyPr/>
        <a:lstStyle/>
        <a:p>
          <a:endParaRPr lang="en-US"/>
        </a:p>
      </dgm:t>
    </dgm:pt>
    <dgm:pt modelId="{7A944322-4514-4C78-8CAC-51D838F740C5}">
      <dgm:prSet phldrT="[Text]" phldr="0"/>
      <dgm:spPr>
        <a:noFill/>
        <a:ln>
          <a:solidFill>
            <a:schemeClr val="accent1"/>
          </a:solidFill>
          <a:prstDash val="sysDot"/>
        </a:ln>
      </dgm:spPr>
      <dgm:t>
        <a:bodyPr/>
        <a:lstStyle/>
        <a:p>
          <a:r>
            <a:rPr lang="en-US" dirty="0">
              <a:solidFill>
                <a:schemeClr val="accent1"/>
              </a:solidFill>
            </a:rPr>
            <a:t>Approval</a:t>
          </a:r>
        </a:p>
      </dgm:t>
    </dgm:pt>
    <dgm:pt modelId="{96412CD0-5F28-4A76-8C9E-A7E264E70C8D}" type="parTrans" cxnId="{77026630-1C64-49C4-8D56-02C33FE153CD}">
      <dgm:prSet/>
      <dgm:spPr/>
      <dgm:t>
        <a:bodyPr/>
        <a:lstStyle/>
        <a:p>
          <a:endParaRPr lang="en-US"/>
        </a:p>
      </dgm:t>
    </dgm:pt>
    <dgm:pt modelId="{2AF351FC-B3EA-4C24-B139-8F4B570861C8}" type="sibTrans" cxnId="{77026630-1C64-49C4-8D56-02C33FE153CD}">
      <dgm:prSet/>
      <dgm:spPr/>
      <dgm:t>
        <a:bodyPr/>
        <a:lstStyle/>
        <a:p>
          <a:endParaRPr lang="en-US"/>
        </a:p>
      </dgm:t>
    </dgm:pt>
    <dgm:pt modelId="{6A1C637F-CDC9-41D5-994A-7A370C866D07}">
      <dgm:prSet phldrT="[Text]" phldr="0"/>
      <dgm:spPr>
        <a:noFill/>
        <a:ln>
          <a:solidFill>
            <a:schemeClr val="accent1"/>
          </a:solidFill>
          <a:prstDash val="sysDot"/>
        </a:ln>
      </dgm:spPr>
      <dgm:t>
        <a:bodyPr/>
        <a:lstStyle/>
        <a:p>
          <a:r>
            <a:rPr lang="en-US" dirty="0">
              <a:solidFill>
                <a:schemeClr val="accent1"/>
              </a:solidFill>
            </a:rPr>
            <a:t>Deployment</a:t>
          </a:r>
        </a:p>
      </dgm:t>
    </dgm:pt>
    <dgm:pt modelId="{020EC480-D667-497E-A73B-FE79DF2097BD}" type="parTrans" cxnId="{160CF148-E6F6-4662-9C46-44CF13CCBEFF}">
      <dgm:prSet/>
      <dgm:spPr/>
      <dgm:t>
        <a:bodyPr/>
        <a:lstStyle/>
        <a:p>
          <a:endParaRPr lang="en-US"/>
        </a:p>
      </dgm:t>
    </dgm:pt>
    <dgm:pt modelId="{2CF6C55B-7239-4087-ABB1-EF82B82363E3}" type="sibTrans" cxnId="{160CF148-E6F6-4662-9C46-44CF13CCBEFF}">
      <dgm:prSet/>
      <dgm:spPr/>
      <dgm:t>
        <a:bodyPr/>
        <a:lstStyle/>
        <a:p>
          <a:endParaRPr lang="en-US"/>
        </a:p>
      </dgm:t>
    </dgm:pt>
    <dgm:pt modelId="{EBF211E3-6791-4C52-B772-A0DB8D4F2F37}">
      <dgm:prSet phldrT="[Text]" phldr="0"/>
      <dgm:spPr>
        <a:noFill/>
        <a:ln>
          <a:solidFill>
            <a:schemeClr val="accent1"/>
          </a:solidFill>
          <a:prstDash val="sysDot"/>
        </a:ln>
      </dgm:spPr>
      <dgm:t>
        <a:bodyPr/>
        <a:lstStyle/>
        <a:p>
          <a:r>
            <a:rPr lang="en-US" dirty="0">
              <a:solidFill>
                <a:schemeClr val="accent1"/>
              </a:solidFill>
            </a:rPr>
            <a:t>Customer</a:t>
          </a:r>
        </a:p>
      </dgm:t>
    </dgm:pt>
    <dgm:pt modelId="{6EEB10DE-01F0-463E-8C2F-5EC8E9997153}" type="parTrans" cxnId="{CFA7D763-46ED-41D5-BBAC-D626A30630F1}">
      <dgm:prSet/>
      <dgm:spPr/>
      <dgm:t>
        <a:bodyPr/>
        <a:lstStyle/>
        <a:p>
          <a:endParaRPr lang="en-US"/>
        </a:p>
      </dgm:t>
    </dgm:pt>
    <dgm:pt modelId="{D8574213-5B12-4136-88F0-061834708E0C}" type="sibTrans" cxnId="{CFA7D763-46ED-41D5-BBAC-D626A30630F1}">
      <dgm:prSet/>
      <dgm:spPr/>
      <dgm:t>
        <a:bodyPr/>
        <a:lstStyle/>
        <a:p>
          <a:endParaRPr lang="en-US"/>
        </a:p>
      </dgm:t>
    </dgm:pt>
    <dgm:pt modelId="{03354C65-1387-48D3-969E-AB5650A99977}" type="pres">
      <dgm:prSet presAssocID="{163A18D4-5839-4FFA-9FA7-3A41D494971C}" presName="Name0" presStyleCnt="0">
        <dgm:presLayoutVars>
          <dgm:dir/>
          <dgm:resizeHandles val="exact"/>
        </dgm:presLayoutVars>
      </dgm:prSet>
      <dgm:spPr/>
    </dgm:pt>
    <dgm:pt modelId="{F2CA1B18-B1D7-4A05-AADE-0AB4D2488D8A}" type="pres">
      <dgm:prSet presAssocID="{A3DC7030-3A85-4782-BDD0-F92F275F8231}" presName="node" presStyleLbl="node1" presStyleIdx="0" presStyleCnt="6">
        <dgm:presLayoutVars>
          <dgm:bulletEnabled val="1"/>
        </dgm:presLayoutVars>
      </dgm:prSet>
      <dgm:spPr/>
    </dgm:pt>
    <dgm:pt modelId="{FB3AC185-FB1F-45A1-91D1-51B729F37E58}" type="pres">
      <dgm:prSet presAssocID="{4FEDDFA1-31ED-4616-A352-D50B4882B95B}" presName="sibTrans" presStyleLbl="sibTrans2D1" presStyleIdx="0" presStyleCnt="5"/>
      <dgm:spPr/>
    </dgm:pt>
    <dgm:pt modelId="{42FFEB04-718E-4726-B84C-5C06197C86C7}" type="pres">
      <dgm:prSet presAssocID="{4FEDDFA1-31ED-4616-A352-D50B4882B95B}" presName="connectorText" presStyleLbl="sibTrans2D1" presStyleIdx="0" presStyleCnt="5"/>
      <dgm:spPr/>
    </dgm:pt>
    <dgm:pt modelId="{53FDD234-CE80-4A08-BDFA-3EAA0A5B0FE5}" type="pres">
      <dgm:prSet presAssocID="{EF7DD759-7616-4436-86B9-D0497DC27BEF}" presName="node" presStyleLbl="node1" presStyleIdx="1" presStyleCnt="6">
        <dgm:presLayoutVars>
          <dgm:bulletEnabled val="1"/>
        </dgm:presLayoutVars>
      </dgm:prSet>
      <dgm:spPr/>
    </dgm:pt>
    <dgm:pt modelId="{DDBF4781-1BCF-4BC9-B9A8-A93D4A16A508}" type="pres">
      <dgm:prSet presAssocID="{241BAB55-AEE0-4883-818E-9346AF0CBA57}" presName="sibTrans" presStyleLbl="sibTrans2D1" presStyleIdx="1" presStyleCnt="5"/>
      <dgm:spPr/>
    </dgm:pt>
    <dgm:pt modelId="{D5774B3C-C9BA-440B-BC47-2E5ED83BAE38}" type="pres">
      <dgm:prSet presAssocID="{241BAB55-AEE0-4883-818E-9346AF0CBA57}" presName="connectorText" presStyleLbl="sibTrans2D1" presStyleIdx="1" presStyleCnt="5"/>
      <dgm:spPr/>
    </dgm:pt>
    <dgm:pt modelId="{786094F5-3839-471D-88A4-A639A4C2B2CE}" type="pres">
      <dgm:prSet presAssocID="{FA95C613-7D4A-49DD-A8A8-D967CAE1390B}" presName="node" presStyleLbl="node1" presStyleIdx="2" presStyleCnt="6">
        <dgm:presLayoutVars>
          <dgm:bulletEnabled val="1"/>
        </dgm:presLayoutVars>
      </dgm:prSet>
      <dgm:spPr/>
    </dgm:pt>
    <dgm:pt modelId="{6FB2CFD0-D14D-4C06-B127-D0BBE68144A5}" type="pres">
      <dgm:prSet presAssocID="{18700620-B463-403F-92D5-B470D522FEDD}" presName="sibTrans" presStyleLbl="sibTrans2D1" presStyleIdx="2" presStyleCnt="5"/>
      <dgm:spPr/>
    </dgm:pt>
    <dgm:pt modelId="{D8EFA853-A7B7-42E9-AF41-7EFE39A68689}" type="pres">
      <dgm:prSet presAssocID="{18700620-B463-403F-92D5-B470D522FEDD}" presName="connectorText" presStyleLbl="sibTrans2D1" presStyleIdx="2" presStyleCnt="5"/>
      <dgm:spPr/>
    </dgm:pt>
    <dgm:pt modelId="{F26980CF-DC05-4D69-952C-03116C9DB218}" type="pres">
      <dgm:prSet presAssocID="{7A944322-4514-4C78-8CAC-51D838F740C5}" presName="node" presStyleLbl="node1" presStyleIdx="3" presStyleCnt="6">
        <dgm:presLayoutVars>
          <dgm:bulletEnabled val="1"/>
        </dgm:presLayoutVars>
      </dgm:prSet>
      <dgm:spPr/>
    </dgm:pt>
    <dgm:pt modelId="{C6D532A7-0E53-4967-B3F6-4639C88D8B31}" type="pres">
      <dgm:prSet presAssocID="{2AF351FC-B3EA-4C24-B139-8F4B570861C8}" presName="sibTrans" presStyleLbl="sibTrans2D1" presStyleIdx="3" presStyleCnt="5"/>
      <dgm:spPr/>
    </dgm:pt>
    <dgm:pt modelId="{F1F4D0A1-EA7B-4B47-8390-9A2058AD12A3}" type="pres">
      <dgm:prSet presAssocID="{2AF351FC-B3EA-4C24-B139-8F4B570861C8}" presName="connectorText" presStyleLbl="sibTrans2D1" presStyleIdx="3" presStyleCnt="5"/>
      <dgm:spPr/>
    </dgm:pt>
    <dgm:pt modelId="{BB290888-540B-4C49-B352-982E7C8C6767}" type="pres">
      <dgm:prSet presAssocID="{6A1C637F-CDC9-41D5-994A-7A370C866D07}" presName="node" presStyleLbl="node1" presStyleIdx="4" presStyleCnt="6">
        <dgm:presLayoutVars>
          <dgm:bulletEnabled val="1"/>
        </dgm:presLayoutVars>
      </dgm:prSet>
      <dgm:spPr/>
    </dgm:pt>
    <dgm:pt modelId="{A4CB02E0-2EB3-46B7-919A-95009F4E0775}" type="pres">
      <dgm:prSet presAssocID="{2CF6C55B-7239-4087-ABB1-EF82B82363E3}" presName="sibTrans" presStyleLbl="sibTrans2D1" presStyleIdx="4" presStyleCnt="5"/>
      <dgm:spPr/>
    </dgm:pt>
    <dgm:pt modelId="{05C38A9E-77F7-4548-B3D5-7E11C671D5AB}" type="pres">
      <dgm:prSet presAssocID="{2CF6C55B-7239-4087-ABB1-EF82B82363E3}" presName="connectorText" presStyleLbl="sibTrans2D1" presStyleIdx="4" presStyleCnt="5"/>
      <dgm:spPr/>
    </dgm:pt>
    <dgm:pt modelId="{050AE087-8D7B-4993-B011-F6497FD82CC0}" type="pres">
      <dgm:prSet presAssocID="{EBF211E3-6791-4C52-B772-A0DB8D4F2F37}" presName="node" presStyleLbl="node1" presStyleIdx="5" presStyleCnt="6">
        <dgm:presLayoutVars>
          <dgm:bulletEnabled val="1"/>
        </dgm:presLayoutVars>
      </dgm:prSet>
      <dgm:spPr/>
    </dgm:pt>
  </dgm:ptLst>
  <dgm:cxnLst>
    <dgm:cxn modelId="{93498905-2C2B-4E55-AD0D-FCBAFCBE597E}" type="presOf" srcId="{241BAB55-AEE0-4883-818E-9346AF0CBA57}" destId="{DDBF4781-1BCF-4BC9-B9A8-A93D4A16A508}" srcOrd="0" destOrd="0" presId="urn:microsoft.com/office/officeart/2005/8/layout/process1"/>
    <dgm:cxn modelId="{E88C5117-0C5A-4A03-B77D-052A1264500F}" srcId="{163A18D4-5839-4FFA-9FA7-3A41D494971C}" destId="{FA95C613-7D4A-49DD-A8A8-D967CAE1390B}" srcOrd="2" destOrd="0" parTransId="{9F93F6E6-FDFE-464C-B5AB-186C66692306}" sibTransId="{18700620-B463-403F-92D5-B470D522FEDD}"/>
    <dgm:cxn modelId="{C0801A24-24FB-48CB-A836-11237BD2942D}" type="presOf" srcId="{EF7DD759-7616-4436-86B9-D0497DC27BEF}" destId="{53FDD234-CE80-4A08-BDFA-3EAA0A5B0FE5}" srcOrd="0" destOrd="0" presId="urn:microsoft.com/office/officeart/2005/8/layout/process1"/>
    <dgm:cxn modelId="{31A92529-C7D3-45EB-823E-FA62162D8805}" type="presOf" srcId="{18700620-B463-403F-92D5-B470D522FEDD}" destId="{D8EFA853-A7B7-42E9-AF41-7EFE39A68689}" srcOrd="1" destOrd="0" presId="urn:microsoft.com/office/officeart/2005/8/layout/process1"/>
    <dgm:cxn modelId="{77026630-1C64-49C4-8D56-02C33FE153CD}" srcId="{163A18D4-5839-4FFA-9FA7-3A41D494971C}" destId="{7A944322-4514-4C78-8CAC-51D838F740C5}" srcOrd="3" destOrd="0" parTransId="{96412CD0-5F28-4A76-8C9E-A7E264E70C8D}" sibTransId="{2AF351FC-B3EA-4C24-B139-8F4B570861C8}"/>
    <dgm:cxn modelId="{7E7EEF3B-BAC1-4A27-88AD-ECF32A27D643}" type="presOf" srcId="{4FEDDFA1-31ED-4616-A352-D50B4882B95B}" destId="{42FFEB04-718E-4726-B84C-5C06197C86C7}" srcOrd="1" destOrd="0" presId="urn:microsoft.com/office/officeart/2005/8/layout/process1"/>
    <dgm:cxn modelId="{27A7035B-64D8-4EA5-A029-0024BE2F121C}" type="presOf" srcId="{2CF6C55B-7239-4087-ABB1-EF82B82363E3}" destId="{A4CB02E0-2EB3-46B7-919A-95009F4E0775}" srcOrd="0" destOrd="0" presId="urn:microsoft.com/office/officeart/2005/8/layout/process1"/>
    <dgm:cxn modelId="{26B9375C-BC66-4AF3-AC97-5ED49C21A1A8}" type="presOf" srcId="{2AF351FC-B3EA-4C24-B139-8F4B570861C8}" destId="{C6D532A7-0E53-4967-B3F6-4639C88D8B31}" srcOrd="0" destOrd="0" presId="urn:microsoft.com/office/officeart/2005/8/layout/process1"/>
    <dgm:cxn modelId="{CFA7D763-46ED-41D5-BBAC-D626A30630F1}" srcId="{163A18D4-5839-4FFA-9FA7-3A41D494971C}" destId="{EBF211E3-6791-4C52-B772-A0DB8D4F2F37}" srcOrd="5" destOrd="0" parTransId="{6EEB10DE-01F0-463E-8C2F-5EC8E9997153}" sibTransId="{D8574213-5B12-4136-88F0-061834708E0C}"/>
    <dgm:cxn modelId="{160CF148-E6F6-4662-9C46-44CF13CCBEFF}" srcId="{163A18D4-5839-4FFA-9FA7-3A41D494971C}" destId="{6A1C637F-CDC9-41D5-994A-7A370C866D07}" srcOrd="4" destOrd="0" parTransId="{020EC480-D667-497E-A73B-FE79DF2097BD}" sibTransId="{2CF6C55B-7239-4087-ABB1-EF82B82363E3}"/>
    <dgm:cxn modelId="{51073D49-0D68-481A-8953-ADD817F6E956}" type="presOf" srcId="{6A1C637F-CDC9-41D5-994A-7A370C866D07}" destId="{BB290888-540B-4C49-B352-982E7C8C6767}" srcOrd="0" destOrd="0" presId="urn:microsoft.com/office/officeart/2005/8/layout/process1"/>
    <dgm:cxn modelId="{0EFBCE4D-5F33-4936-91FE-71AB998A1CB0}" srcId="{163A18D4-5839-4FFA-9FA7-3A41D494971C}" destId="{EF7DD759-7616-4436-86B9-D0497DC27BEF}" srcOrd="1" destOrd="0" parTransId="{0ED6A8B2-52B0-4974-9854-5EB6495CE1FF}" sibTransId="{241BAB55-AEE0-4883-818E-9346AF0CBA57}"/>
    <dgm:cxn modelId="{7C19FB58-B805-4872-A9E1-1C3D659B8E4E}" type="presOf" srcId="{7A944322-4514-4C78-8CAC-51D838F740C5}" destId="{F26980CF-DC05-4D69-952C-03116C9DB218}" srcOrd="0" destOrd="0" presId="urn:microsoft.com/office/officeart/2005/8/layout/process1"/>
    <dgm:cxn modelId="{3C4DD781-28F8-4431-8BED-FA0EDA9AE278}" type="presOf" srcId="{241BAB55-AEE0-4883-818E-9346AF0CBA57}" destId="{D5774B3C-C9BA-440B-BC47-2E5ED83BAE38}" srcOrd="1" destOrd="0" presId="urn:microsoft.com/office/officeart/2005/8/layout/process1"/>
    <dgm:cxn modelId="{2BF5E587-AC21-4438-9640-CFDA2EBFE986}" type="presOf" srcId="{163A18D4-5839-4FFA-9FA7-3A41D494971C}" destId="{03354C65-1387-48D3-969E-AB5650A99977}" srcOrd="0" destOrd="0" presId="urn:microsoft.com/office/officeart/2005/8/layout/process1"/>
    <dgm:cxn modelId="{4343818D-23E6-433B-8439-3D442B6C7EF3}" type="presOf" srcId="{18700620-B463-403F-92D5-B470D522FEDD}" destId="{6FB2CFD0-D14D-4C06-B127-D0BBE68144A5}" srcOrd="0" destOrd="0" presId="urn:microsoft.com/office/officeart/2005/8/layout/process1"/>
    <dgm:cxn modelId="{249AB28E-349C-4DC7-BE7E-8DDE9B5B5BEC}" type="presOf" srcId="{A3DC7030-3A85-4782-BDD0-F92F275F8231}" destId="{F2CA1B18-B1D7-4A05-AADE-0AB4D2488D8A}" srcOrd="0" destOrd="0" presId="urn:microsoft.com/office/officeart/2005/8/layout/process1"/>
    <dgm:cxn modelId="{3F298AA8-C70F-45EF-A792-CE3B17ABED76}" type="presOf" srcId="{2CF6C55B-7239-4087-ABB1-EF82B82363E3}" destId="{05C38A9E-77F7-4548-B3D5-7E11C671D5AB}" srcOrd="1" destOrd="0" presId="urn:microsoft.com/office/officeart/2005/8/layout/process1"/>
    <dgm:cxn modelId="{FF225CD1-F533-4547-904C-3F96CE353146}" type="presOf" srcId="{4FEDDFA1-31ED-4616-A352-D50B4882B95B}" destId="{FB3AC185-FB1F-45A1-91D1-51B729F37E58}" srcOrd="0" destOrd="0" presId="urn:microsoft.com/office/officeart/2005/8/layout/process1"/>
    <dgm:cxn modelId="{E53447DD-106D-4CB5-BF5E-A9792FA55D26}" type="presOf" srcId="{2AF351FC-B3EA-4C24-B139-8F4B570861C8}" destId="{F1F4D0A1-EA7B-4B47-8390-9A2058AD12A3}" srcOrd="1" destOrd="0" presId="urn:microsoft.com/office/officeart/2005/8/layout/process1"/>
    <dgm:cxn modelId="{164E2EE3-C242-4BBE-B5E7-7B590200A00A}" srcId="{163A18D4-5839-4FFA-9FA7-3A41D494971C}" destId="{A3DC7030-3A85-4782-BDD0-F92F275F8231}" srcOrd="0" destOrd="0" parTransId="{07BCF8BD-70D3-4CBD-8098-D439663D5E6E}" sibTransId="{4FEDDFA1-31ED-4616-A352-D50B4882B95B}"/>
    <dgm:cxn modelId="{A98CDDE3-3B68-4BA6-AFD3-D7E459C3A10E}" type="presOf" srcId="{EBF211E3-6791-4C52-B772-A0DB8D4F2F37}" destId="{050AE087-8D7B-4993-B011-F6497FD82CC0}" srcOrd="0" destOrd="0" presId="urn:microsoft.com/office/officeart/2005/8/layout/process1"/>
    <dgm:cxn modelId="{C3F4FBFB-C83D-44DE-80E3-F8A10839390E}" type="presOf" srcId="{FA95C613-7D4A-49DD-A8A8-D967CAE1390B}" destId="{786094F5-3839-471D-88A4-A639A4C2B2CE}" srcOrd="0" destOrd="0" presId="urn:microsoft.com/office/officeart/2005/8/layout/process1"/>
    <dgm:cxn modelId="{4CB1E08C-29E0-4004-BC93-AD809DADA87D}" type="presParOf" srcId="{03354C65-1387-48D3-969E-AB5650A99977}" destId="{F2CA1B18-B1D7-4A05-AADE-0AB4D2488D8A}" srcOrd="0" destOrd="0" presId="urn:microsoft.com/office/officeart/2005/8/layout/process1"/>
    <dgm:cxn modelId="{F7D10CD7-74DA-4F79-9593-3A9ECA1F1938}" type="presParOf" srcId="{03354C65-1387-48D3-969E-AB5650A99977}" destId="{FB3AC185-FB1F-45A1-91D1-51B729F37E58}" srcOrd="1" destOrd="0" presId="urn:microsoft.com/office/officeart/2005/8/layout/process1"/>
    <dgm:cxn modelId="{8AB46F2B-AFF0-4A91-9046-6534234CA0A1}" type="presParOf" srcId="{FB3AC185-FB1F-45A1-91D1-51B729F37E58}" destId="{42FFEB04-718E-4726-B84C-5C06197C86C7}" srcOrd="0" destOrd="0" presId="urn:microsoft.com/office/officeart/2005/8/layout/process1"/>
    <dgm:cxn modelId="{DA723D25-BD49-4287-9B3D-3916AC918B8B}" type="presParOf" srcId="{03354C65-1387-48D3-969E-AB5650A99977}" destId="{53FDD234-CE80-4A08-BDFA-3EAA0A5B0FE5}" srcOrd="2" destOrd="0" presId="urn:microsoft.com/office/officeart/2005/8/layout/process1"/>
    <dgm:cxn modelId="{9A2A5298-4243-4899-8BF5-47A11497C605}" type="presParOf" srcId="{03354C65-1387-48D3-969E-AB5650A99977}" destId="{DDBF4781-1BCF-4BC9-B9A8-A93D4A16A508}" srcOrd="3" destOrd="0" presId="urn:microsoft.com/office/officeart/2005/8/layout/process1"/>
    <dgm:cxn modelId="{1975E067-1BF7-4AF3-A43E-C13C0F4C6FC2}" type="presParOf" srcId="{DDBF4781-1BCF-4BC9-B9A8-A93D4A16A508}" destId="{D5774B3C-C9BA-440B-BC47-2E5ED83BAE38}" srcOrd="0" destOrd="0" presId="urn:microsoft.com/office/officeart/2005/8/layout/process1"/>
    <dgm:cxn modelId="{626D9058-CC05-4A76-8098-70E242E04778}" type="presParOf" srcId="{03354C65-1387-48D3-969E-AB5650A99977}" destId="{786094F5-3839-471D-88A4-A639A4C2B2CE}" srcOrd="4" destOrd="0" presId="urn:microsoft.com/office/officeart/2005/8/layout/process1"/>
    <dgm:cxn modelId="{27861BCC-50A0-43E7-AD42-94EFCE32F40E}" type="presParOf" srcId="{03354C65-1387-48D3-969E-AB5650A99977}" destId="{6FB2CFD0-D14D-4C06-B127-D0BBE68144A5}" srcOrd="5" destOrd="0" presId="urn:microsoft.com/office/officeart/2005/8/layout/process1"/>
    <dgm:cxn modelId="{C7AFB831-A330-4EC0-A075-A64467BBCADD}" type="presParOf" srcId="{6FB2CFD0-D14D-4C06-B127-D0BBE68144A5}" destId="{D8EFA853-A7B7-42E9-AF41-7EFE39A68689}" srcOrd="0" destOrd="0" presId="urn:microsoft.com/office/officeart/2005/8/layout/process1"/>
    <dgm:cxn modelId="{21FFE2B2-991F-4D1E-97B8-D2F0859029CE}" type="presParOf" srcId="{03354C65-1387-48D3-969E-AB5650A99977}" destId="{F26980CF-DC05-4D69-952C-03116C9DB218}" srcOrd="6" destOrd="0" presId="urn:microsoft.com/office/officeart/2005/8/layout/process1"/>
    <dgm:cxn modelId="{5D41BC65-D8E3-4E5E-91ED-A8D6DF040130}" type="presParOf" srcId="{03354C65-1387-48D3-969E-AB5650A99977}" destId="{C6D532A7-0E53-4967-B3F6-4639C88D8B31}" srcOrd="7" destOrd="0" presId="urn:microsoft.com/office/officeart/2005/8/layout/process1"/>
    <dgm:cxn modelId="{AA1AB851-78FF-4BA0-A0AD-D83E43B775F0}" type="presParOf" srcId="{C6D532A7-0E53-4967-B3F6-4639C88D8B31}" destId="{F1F4D0A1-EA7B-4B47-8390-9A2058AD12A3}" srcOrd="0" destOrd="0" presId="urn:microsoft.com/office/officeart/2005/8/layout/process1"/>
    <dgm:cxn modelId="{7D59F011-EF38-42C0-964C-5F1FDB80F622}" type="presParOf" srcId="{03354C65-1387-48D3-969E-AB5650A99977}" destId="{BB290888-540B-4C49-B352-982E7C8C6767}" srcOrd="8" destOrd="0" presId="urn:microsoft.com/office/officeart/2005/8/layout/process1"/>
    <dgm:cxn modelId="{28851ADB-C2CE-41C4-B0ED-A931A0CBDEE0}" type="presParOf" srcId="{03354C65-1387-48D3-969E-AB5650A99977}" destId="{A4CB02E0-2EB3-46B7-919A-95009F4E0775}" srcOrd="9" destOrd="0" presId="urn:microsoft.com/office/officeart/2005/8/layout/process1"/>
    <dgm:cxn modelId="{14DF0377-FF40-4445-BD77-AD53AA905004}" type="presParOf" srcId="{A4CB02E0-2EB3-46B7-919A-95009F4E0775}" destId="{05C38A9E-77F7-4548-B3D5-7E11C671D5AB}" srcOrd="0" destOrd="0" presId="urn:microsoft.com/office/officeart/2005/8/layout/process1"/>
    <dgm:cxn modelId="{B67DFAD2-899D-41B8-B68E-E6AC4B1FC4B9}" type="presParOf" srcId="{03354C65-1387-48D3-969E-AB5650A99977}" destId="{050AE087-8D7B-4993-B011-F6497FD82CC0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6EBA826-C8CF-4E8D-B9BF-D2D9F25E2DA4}" type="doc">
      <dgm:prSet loTypeId="urn:microsoft.com/office/officeart/2026/layout/SmallDotsHorizontal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7A062B1-E430-40DD-9C79-9F9605D1BF8F}">
      <dgm:prSet phldrT="Title" phldr="0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endParaRPr lang="en-US" dirty="0"/>
        </a:p>
      </dgm:t>
    </dgm:pt>
    <dgm:pt modelId="{1EFE396D-F6DD-490C-96A4-EA6FAC601AD8}" type="parTrans" cxnId="{EF97B313-AA5B-414C-9324-A65C79328E4D}">
      <dgm:prSet/>
      <dgm:spPr/>
      <dgm:t>
        <a:bodyPr/>
        <a:lstStyle/>
        <a:p>
          <a:endParaRPr lang="en-US"/>
        </a:p>
      </dgm:t>
    </dgm:pt>
    <dgm:pt modelId="{8E5208DE-ADE9-48DA-921B-5DFFD1A26F99}" type="sibTrans" cxnId="{EF97B313-AA5B-414C-9324-A65C79328E4D}">
      <dgm:prSet/>
      <dgm:spPr/>
      <dgm:t>
        <a:bodyPr/>
        <a:lstStyle/>
        <a:p>
          <a:endParaRPr lang="en-US"/>
        </a:p>
      </dgm:t>
    </dgm:pt>
    <dgm:pt modelId="{91C832B5-4CF8-4CC5-922A-74A927851EB2}">
      <dgm:prSet phldrT="Description" phldr="0"/>
      <dgm:spPr/>
      <dgm:t>
        <a:bodyPr/>
        <a:lstStyle/>
        <a:p>
          <a:r>
            <a:rPr lang="en-US" dirty="0"/>
            <a:t>Ticket Created</a:t>
          </a:r>
        </a:p>
      </dgm:t>
    </dgm:pt>
    <dgm:pt modelId="{93F694BD-D5FD-4BC3-A82B-BD20463EE896}" type="parTrans" cxnId="{D33F7666-35A9-428F-9F73-4E1531F207D6}">
      <dgm:prSet/>
      <dgm:spPr/>
      <dgm:t>
        <a:bodyPr/>
        <a:lstStyle/>
        <a:p>
          <a:endParaRPr lang="en-US"/>
        </a:p>
      </dgm:t>
    </dgm:pt>
    <dgm:pt modelId="{4ADEB158-2D5A-427A-90AE-1E89005FA66B}" type="sibTrans" cxnId="{D33F7666-35A9-428F-9F73-4E1531F207D6}">
      <dgm:prSet/>
      <dgm:spPr/>
      <dgm:t>
        <a:bodyPr/>
        <a:lstStyle/>
        <a:p>
          <a:endParaRPr lang="en-US"/>
        </a:p>
      </dgm:t>
    </dgm:pt>
    <dgm:pt modelId="{E246CF99-516F-474E-962C-CD0E020C5BC2}">
      <dgm:prSet phldrT="Title" phldr="0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endParaRPr lang="en-US" dirty="0"/>
        </a:p>
      </dgm:t>
    </dgm:pt>
    <dgm:pt modelId="{738E639E-C1FC-4104-A203-6769A4C85B0B}" type="parTrans" cxnId="{F2E59F60-B10C-4E8D-AECD-3A58D07E5B75}">
      <dgm:prSet/>
      <dgm:spPr/>
      <dgm:t>
        <a:bodyPr/>
        <a:lstStyle/>
        <a:p>
          <a:endParaRPr lang="en-US"/>
        </a:p>
      </dgm:t>
    </dgm:pt>
    <dgm:pt modelId="{B6E758D3-62E0-487E-AE9D-08DFD98C2A38}" type="sibTrans" cxnId="{F2E59F60-B10C-4E8D-AECD-3A58D07E5B75}">
      <dgm:prSet/>
      <dgm:spPr/>
      <dgm:t>
        <a:bodyPr/>
        <a:lstStyle/>
        <a:p>
          <a:endParaRPr lang="en-US"/>
        </a:p>
      </dgm:t>
    </dgm:pt>
    <dgm:pt modelId="{9CF305BC-1917-4FB9-A5C8-5B60B3AE9B03}">
      <dgm:prSet phldrT="Description" phldr="0"/>
      <dgm:spPr/>
      <dgm:t>
        <a:bodyPr/>
        <a:lstStyle/>
        <a:p>
          <a:r>
            <a:rPr lang="en-US" dirty="0"/>
            <a:t>Work Started</a:t>
          </a:r>
        </a:p>
      </dgm:t>
    </dgm:pt>
    <dgm:pt modelId="{FA0777A0-1BCB-4B63-A364-A41124B9C4C8}" type="parTrans" cxnId="{EF467377-82F2-4FBE-8623-21A54B98EDBC}">
      <dgm:prSet/>
      <dgm:spPr/>
      <dgm:t>
        <a:bodyPr/>
        <a:lstStyle/>
        <a:p>
          <a:endParaRPr lang="en-US"/>
        </a:p>
      </dgm:t>
    </dgm:pt>
    <dgm:pt modelId="{229A6C08-3209-487D-B601-838AA00BAAB1}" type="sibTrans" cxnId="{EF467377-82F2-4FBE-8623-21A54B98EDBC}">
      <dgm:prSet/>
      <dgm:spPr/>
      <dgm:t>
        <a:bodyPr/>
        <a:lstStyle/>
        <a:p>
          <a:endParaRPr lang="en-US"/>
        </a:p>
      </dgm:t>
    </dgm:pt>
    <dgm:pt modelId="{F53AD6A4-7FED-42B5-8F00-F0C232350F6E}">
      <dgm:prSet phldrT="Title" phldr="0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endParaRPr lang="en-US" dirty="0"/>
        </a:p>
      </dgm:t>
    </dgm:pt>
    <dgm:pt modelId="{88F4C42A-FB1E-4ABA-AF43-E34F088156F1}" type="sibTrans" cxnId="{AA588B7D-500F-4B28-ABA4-5FC8CFA85FF9}">
      <dgm:prSet/>
      <dgm:spPr/>
      <dgm:t>
        <a:bodyPr/>
        <a:lstStyle/>
        <a:p>
          <a:endParaRPr lang="en-US"/>
        </a:p>
      </dgm:t>
    </dgm:pt>
    <dgm:pt modelId="{3420CB26-3EBC-42DE-A708-A4E9971A9A35}" type="parTrans" cxnId="{AA588B7D-500F-4B28-ABA4-5FC8CFA85FF9}">
      <dgm:prSet/>
      <dgm:spPr/>
      <dgm:t>
        <a:bodyPr/>
        <a:lstStyle/>
        <a:p>
          <a:endParaRPr lang="en-US"/>
        </a:p>
      </dgm:t>
    </dgm:pt>
    <dgm:pt modelId="{FF3A9AE6-DE99-496B-AA6D-5180A87AE863}">
      <dgm:prSet phldrT="Description" phldr="0"/>
      <dgm:spPr/>
      <dgm:t>
        <a:bodyPr/>
        <a:lstStyle/>
        <a:p>
          <a:r>
            <a:rPr lang="en-US" dirty="0"/>
            <a:t>Work Completed</a:t>
          </a:r>
        </a:p>
      </dgm:t>
    </dgm:pt>
    <dgm:pt modelId="{E05CCA65-D974-4187-A21D-B1A7EE944E44}" type="sibTrans" cxnId="{0E6BB59E-ACAB-4EF2-8C9E-177140F543C4}">
      <dgm:prSet/>
      <dgm:spPr/>
      <dgm:t>
        <a:bodyPr/>
        <a:lstStyle/>
        <a:p>
          <a:endParaRPr lang="en-US"/>
        </a:p>
      </dgm:t>
    </dgm:pt>
    <dgm:pt modelId="{1FB6D3AF-C4B6-4E07-B586-77FE4F127DD0}" type="parTrans" cxnId="{0E6BB59E-ACAB-4EF2-8C9E-177140F543C4}">
      <dgm:prSet/>
      <dgm:spPr/>
      <dgm:t>
        <a:bodyPr/>
        <a:lstStyle/>
        <a:p>
          <a:endParaRPr lang="en-US"/>
        </a:p>
      </dgm:t>
    </dgm:pt>
    <dgm:pt modelId="{A0BECCD6-8601-4DAE-8FEF-25570EA14243}" type="pres">
      <dgm:prSet presAssocID="{56EBA826-C8CF-4E8D-B9BF-D2D9F25E2DA4}" presName="root" presStyleCnt="0">
        <dgm:presLayoutVars>
          <dgm:dir/>
          <dgm:resizeHandles val="exact"/>
        </dgm:presLayoutVars>
      </dgm:prSet>
      <dgm:spPr/>
    </dgm:pt>
    <dgm:pt modelId="{A667975B-1555-409F-990F-A5849B0D9041}" type="pres">
      <dgm:prSet presAssocID="{56EBA826-C8CF-4E8D-B9BF-D2D9F25E2DA4}" presName="connLine" presStyleLbl="dkBgShp" presStyleIdx="0" presStyleCnt="1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F40F4B65-ED49-4CEE-A52E-DB64F9FF7CB6}" type="pres">
      <dgm:prSet presAssocID="{56EBA826-C8CF-4E8D-B9BF-D2D9F25E2DA4}" presName="itemsFlow" presStyleCnt="0"/>
      <dgm:spPr/>
    </dgm:pt>
    <dgm:pt modelId="{30BA4E57-39EB-4CFC-9C87-8EAEA0864B45}" type="pres">
      <dgm:prSet presAssocID="{67A062B1-E430-40DD-9C79-9F9605D1BF8F}" presName="item" presStyleCnt="0"/>
      <dgm:spPr/>
    </dgm:pt>
    <dgm:pt modelId="{2CD0D115-CC29-4048-97D4-553944D9262E}" type="pres">
      <dgm:prSet presAssocID="{67A062B1-E430-40DD-9C79-9F9605D1BF8F}" presName="anchor" presStyleCnt="0"/>
      <dgm:spPr/>
    </dgm:pt>
    <dgm:pt modelId="{F15C80D0-E84B-483D-9AD5-2FBFAB9587E5}" type="pres">
      <dgm:prSet presAssocID="{67A062B1-E430-40DD-9C79-9F9605D1BF8F}" presName="titleText" presStyleLbl="revTx" presStyleIdx="0" presStyleCnt="0">
        <dgm:presLayoutVars>
          <dgm:chMax val="0"/>
          <dgm:chPref val="0"/>
        </dgm:presLayoutVars>
      </dgm:prSet>
      <dgm:spPr/>
    </dgm:pt>
    <dgm:pt modelId="{89E34A38-75BC-454D-9C78-5888A4C562BF}" type="pres">
      <dgm:prSet presAssocID="{67A062B1-E430-40DD-9C79-9F9605D1BF8F}" presName="dot" presStyleLbl="node1" presStyleIdx="0" presStyleCnt="3"/>
      <dgm:spPr/>
    </dgm:pt>
    <dgm:pt modelId="{F695E5C0-E045-4AB8-BE63-1B688D19577C}" type="pres">
      <dgm:prSet presAssocID="{67A062B1-E430-40DD-9C79-9F9605D1BF8F}" presName="descText" presStyleLbl="revTx" presStyleIdx="0" presStyleCnt="0">
        <dgm:presLayoutVars>
          <dgm:chMax val="0"/>
          <dgm:chPref val="0"/>
        </dgm:presLayoutVars>
      </dgm:prSet>
      <dgm:spPr/>
    </dgm:pt>
    <dgm:pt modelId="{51C629A2-CAA1-4EBD-A95B-CF6CE20E09A6}" type="pres">
      <dgm:prSet presAssocID="{8E5208DE-ADE9-48DA-921B-5DFFD1A26F99}" presName="spacer" presStyleCnt="0"/>
      <dgm:spPr/>
    </dgm:pt>
    <dgm:pt modelId="{300A856C-5DA7-44BA-BBA1-E5D2C5FD3831}" type="pres">
      <dgm:prSet presAssocID="{E246CF99-516F-474E-962C-CD0E020C5BC2}" presName="item" presStyleCnt="0"/>
      <dgm:spPr/>
    </dgm:pt>
    <dgm:pt modelId="{913BE7F3-0D37-441E-903F-E0E7C0296563}" type="pres">
      <dgm:prSet presAssocID="{E246CF99-516F-474E-962C-CD0E020C5BC2}" presName="anchor" presStyleCnt="0"/>
      <dgm:spPr/>
    </dgm:pt>
    <dgm:pt modelId="{0FF8B2C6-42D7-4DE1-8331-CA57BFCCBF84}" type="pres">
      <dgm:prSet presAssocID="{E246CF99-516F-474E-962C-CD0E020C5BC2}" presName="titleText" presStyleLbl="revTx" presStyleIdx="0" presStyleCnt="0">
        <dgm:presLayoutVars>
          <dgm:chMax val="0"/>
          <dgm:chPref val="0"/>
        </dgm:presLayoutVars>
      </dgm:prSet>
      <dgm:spPr/>
    </dgm:pt>
    <dgm:pt modelId="{00764686-DD2C-4E6C-BC82-00A8453CF5F6}" type="pres">
      <dgm:prSet presAssocID="{E246CF99-516F-474E-962C-CD0E020C5BC2}" presName="dot" presStyleLbl="node1" presStyleIdx="1" presStyleCnt="3"/>
      <dgm:spPr/>
    </dgm:pt>
    <dgm:pt modelId="{9242A945-AAFA-44D0-959A-9D1F059EAEE5}" type="pres">
      <dgm:prSet presAssocID="{E246CF99-516F-474E-962C-CD0E020C5BC2}" presName="descText" presStyleLbl="revTx" presStyleIdx="0" presStyleCnt="0">
        <dgm:presLayoutVars>
          <dgm:chMax val="0"/>
          <dgm:chPref val="0"/>
        </dgm:presLayoutVars>
      </dgm:prSet>
      <dgm:spPr/>
    </dgm:pt>
    <dgm:pt modelId="{01C84360-EAE0-4D4D-85C3-DBEF7459315B}" type="pres">
      <dgm:prSet presAssocID="{B6E758D3-62E0-487E-AE9D-08DFD98C2A38}" presName="spacer" presStyleCnt="0"/>
      <dgm:spPr/>
    </dgm:pt>
    <dgm:pt modelId="{1EE1444C-3A1F-438F-8A21-44B195028E3E}" type="pres">
      <dgm:prSet presAssocID="{F53AD6A4-7FED-42B5-8F00-F0C232350F6E}" presName="item" presStyleCnt="0"/>
      <dgm:spPr/>
    </dgm:pt>
    <dgm:pt modelId="{34C8EAFC-7DA8-4246-886A-FC16D8FC1CC0}" type="pres">
      <dgm:prSet presAssocID="{F53AD6A4-7FED-42B5-8F00-F0C232350F6E}" presName="anchor" presStyleCnt="0"/>
      <dgm:spPr/>
    </dgm:pt>
    <dgm:pt modelId="{19FC84DE-3CA6-4173-A6D3-C82F6058B0D2}" type="pres">
      <dgm:prSet presAssocID="{F53AD6A4-7FED-42B5-8F00-F0C232350F6E}" presName="titleText" presStyleLbl="revTx" presStyleIdx="0" presStyleCnt="0">
        <dgm:presLayoutVars>
          <dgm:chMax val="0"/>
          <dgm:chPref val="0"/>
        </dgm:presLayoutVars>
      </dgm:prSet>
      <dgm:spPr/>
    </dgm:pt>
    <dgm:pt modelId="{C9095A2E-9246-46BE-9B05-2F347172863A}" type="pres">
      <dgm:prSet presAssocID="{F53AD6A4-7FED-42B5-8F00-F0C232350F6E}" presName="dot" presStyleLbl="node1" presStyleIdx="2" presStyleCnt="3"/>
      <dgm:spPr/>
    </dgm:pt>
    <dgm:pt modelId="{9632A3A4-4C5A-4E82-A411-3163A9429185}" type="pres">
      <dgm:prSet presAssocID="{F53AD6A4-7FED-42B5-8F00-F0C232350F6E}" presName="descText" presStyleLbl="revTx" presStyleIdx="0" presStyleCnt="0">
        <dgm:presLayoutVars>
          <dgm:chMax val="0"/>
          <dgm:chPref val="0"/>
        </dgm:presLayoutVars>
      </dgm:prSet>
      <dgm:spPr/>
    </dgm:pt>
  </dgm:ptLst>
  <dgm:cxnLst>
    <dgm:cxn modelId="{EF97B313-AA5B-414C-9324-A65C79328E4D}" srcId="{56EBA826-C8CF-4E8D-B9BF-D2D9F25E2DA4}" destId="{67A062B1-E430-40DD-9C79-9F9605D1BF8F}" srcOrd="0" destOrd="0" parTransId="{1EFE396D-F6DD-490C-96A4-EA6FAC601AD8}" sibTransId="{8E5208DE-ADE9-48DA-921B-5DFFD1A26F99}"/>
    <dgm:cxn modelId="{0D56851F-67F5-4764-A60A-8A0F8BDEEED5}" type="presOf" srcId="{67A062B1-E430-40DD-9C79-9F9605D1BF8F}" destId="{F15C80D0-E84B-483D-9AD5-2FBFAB9587E5}" srcOrd="0" destOrd="0" presId="urn:microsoft.com/office/officeart/2026/layout/SmallDotsHorizontal"/>
    <dgm:cxn modelId="{A4F9E226-A84D-4E18-87E4-BE16080069BA}" type="presOf" srcId="{F53AD6A4-7FED-42B5-8F00-F0C232350F6E}" destId="{19FC84DE-3CA6-4173-A6D3-C82F6058B0D2}" srcOrd="0" destOrd="0" presId="urn:microsoft.com/office/officeart/2026/layout/SmallDotsHorizontal"/>
    <dgm:cxn modelId="{6F81222B-2C6A-4A95-81B2-3EDCED3CB5E3}" type="presOf" srcId="{FF3A9AE6-DE99-496B-AA6D-5180A87AE863}" destId="{9632A3A4-4C5A-4E82-A411-3163A9429185}" srcOrd="0" destOrd="0" presId="urn:microsoft.com/office/officeart/2026/layout/SmallDotsHorizontal"/>
    <dgm:cxn modelId="{F2E59F60-B10C-4E8D-AECD-3A58D07E5B75}" srcId="{56EBA826-C8CF-4E8D-B9BF-D2D9F25E2DA4}" destId="{E246CF99-516F-474E-962C-CD0E020C5BC2}" srcOrd="1" destOrd="0" parTransId="{738E639E-C1FC-4104-A203-6769A4C85B0B}" sibTransId="{B6E758D3-62E0-487E-AE9D-08DFD98C2A38}"/>
    <dgm:cxn modelId="{660AD845-11DF-4FAA-8A51-9CC18DD60644}" type="presOf" srcId="{9CF305BC-1917-4FB9-A5C8-5B60B3AE9B03}" destId="{9242A945-AAFA-44D0-959A-9D1F059EAEE5}" srcOrd="0" destOrd="0" presId="urn:microsoft.com/office/officeart/2026/layout/SmallDotsHorizontal"/>
    <dgm:cxn modelId="{D33F7666-35A9-428F-9F73-4E1531F207D6}" srcId="{67A062B1-E430-40DD-9C79-9F9605D1BF8F}" destId="{91C832B5-4CF8-4CC5-922A-74A927851EB2}" srcOrd="0" destOrd="0" parTransId="{93F694BD-D5FD-4BC3-A82B-BD20463EE896}" sibTransId="{4ADEB158-2D5A-427A-90AE-1E89005FA66B}"/>
    <dgm:cxn modelId="{EF467377-82F2-4FBE-8623-21A54B98EDBC}" srcId="{E246CF99-516F-474E-962C-CD0E020C5BC2}" destId="{9CF305BC-1917-4FB9-A5C8-5B60B3AE9B03}" srcOrd="0" destOrd="0" parTransId="{FA0777A0-1BCB-4B63-A364-A41124B9C4C8}" sibTransId="{229A6C08-3209-487D-B601-838AA00BAAB1}"/>
    <dgm:cxn modelId="{AA588B7D-500F-4B28-ABA4-5FC8CFA85FF9}" srcId="{56EBA826-C8CF-4E8D-B9BF-D2D9F25E2DA4}" destId="{F53AD6A4-7FED-42B5-8F00-F0C232350F6E}" srcOrd="2" destOrd="0" parTransId="{3420CB26-3EBC-42DE-A708-A4E9971A9A35}" sibTransId="{88F4C42A-FB1E-4ABA-AF43-E34F088156F1}"/>
    <dgm:cxn modelId="{17C5E888-C39B-4683-8957-807DC2FE7CCC}" type="presOf" srcId="{91C832B5-4CF8-4CC5-922A-74A927851EB2}" destId="{F695E5C0-E045-4AB8-BE63-1B688D19577C}" srcOrd="0" destOrd="0" presId="urn:microsoft.com/office/officeart/2026/layout/SmallDotsHorizontal"/>
    <dgm:cxn modelId="{0E6BB59E-ACAB-4EF2-8C9E-177140F543C4}" srcId="{F53AD6A4-7FED-42B5-8F00-F0C232350F6E}" destId="{FF3A9AE6-DE99-496B-AA6D-5180A87AE863}" srcOrd="0" destOrd="0" parTransId="{1FB6D3AF-C4B6-4E07-B586-77FE4F127DD0}" sibTransId="{E05CCA65-D974-4187-A21D-B1A7EE944E44}"/>
    <dgm:cxn modelId="{FCB459A9-1F1B-45AC-99E7-9161FD86629E}" type="presOf" srcId="{56EBA826-C8CF-4E8D-B9BF-D2D9F25E2DA4}" destId="{A0BECCD6-8601-4DAE-8FEF-25570EA14243}" srcOrd="0" destOrd="0" presId="urn:microsoft.com/office/officeart/2026/layout/SmallDotsHorizontal"/>
    <dgm:cxn modelId="{835B85E3-22B2-4433-9896-37F5AF394686}" type="presOf" srcId="{E246CF99-516F-474E-962C-CD0E020C5BC2}" destId="{0FF8B2C6-42D7-4DE1-8331-CA57BFCCBF84}" srcOrd="0" destOrd="0" presId="urn:microsoft.com/office/officeart/2026/layout/SmallDotsHorizontal"/>
    <dgm:cxn modelId="{AF4347B7-A3B7-4D23-8E54-23C43F405B0C}" type="presParOf" srcId="{A0BECCD6-8601-4DAE-8FEF-25570EA14243}" destId="{A667975B-1555-409F-990F-A5849B0D9041}" srcOrd="0" destOrd="0" presId="urn:microsoft.com/office/officeart/2026/layout/SmallDotsHorizontal"/>
    <dgm:cxn modelId="{7447E58D-2748-41FE-9CE8-3B3C56D8AC37}" type="presParOf" srcId="{A0BECCD6-8601-4DAE-8FEF-25570EA14243}" destId="{F40F4B65-ED49-4CEE-A52E-DB64F9FF7CB6}" srcOrd="1" destOrd="0" presId="urn:microsoft.com/office/officeart/2026/layout/SmallDotsHorizontal"/>
    <dgm:cxn modelId="{0BAC4842-E74A-4B23-BA84-F5753644BA6A}" type="presParOf" srcId="{F40F4B65-ED49-4CEE-A52E-DB64F9FF7CB6}" destId="{30BA4E57-39EB-4CFC-9C87-8EAEA0864B45}" srcOrd="0" destOrd="0" presId="urn:microsoft.com/office/officeart/2026/layout/SmallDotsHorizontal"/>
    <dgm:cxn modelId="{8DF08135-289D-499F-B351-7DE9A641389D}" type="presParOf" srcId="{30BA4E57-39EB-4CFC-9C87-8EAEA0864B45}" destId="{2CD0D115-CC29-4048-97D4-553944D9262E}" srcOrd="0" destOrd="0" presId="urn:microsoft.com/office/officeart/2026/layout/SmallDotsHorizontal"/>
    <dgm:cxn modelId="{2C1BF769-4612-4A9F-9431-D5F8E2933322}" type="presParOf" srcId="{30BA4E57-39EB-4CFC-9C87-8EAEA0864B45}" destId="{F15C80D0-E84B-483D-9AD5-2FBFAB9587E5}" srcOrd="1" destOrd="0" presId="urn:microsoft.com/office/officeart/2026/layout/SmallDotsHorizontal"/>
    <dgm:cxn modelId="{B813054B-8117-441C-93F0-CD8BAA8A2587}" type="presParOf" srcId="{30BA4E57-39EB-4CFC-9C87-8EAEA0864B45}" destId="{89E34A38-75BC-454D-9C78-5888A4C562BF}" srcOrd="2" destOrd="0" presId="urn:microsoft.com/office/officeart/2026/layout/SmallDotsHorizontal"/>
    <dgm:cxn modelId="{A941DC52-22FF-4358-AE5E-5D6D475E43F8}" type="presParOf" srcId="{30BA4E57-39EB-4CFC-9C87-8EAEA0864B45}" destId="{F695E5C0-E045-4AB8-BE63-1B688D19577C}" srcOrd="3" destOrd="0" presId="urn:microsoft.com/office/officeart/2026/layout/SmallDotsHorizontal"/>
    <dgm:cxn modelId="{577BC8C3-DD5A-4526-BB7F-A9CB335AF5D2}" type="presParOf" srcId="{F40F4B65-ED49-4CEE-A52E-DB64F9FF7CB6}" destId="{51C629A2-CAA1-4EBD-A95B-CF6CE20E09A6}" srcOrd="1" destOrd="0" presId="urn:microsoft.com/office/officeart/2026/layout/SmallDotsHorizontal"/>
    <dgm:cxn modelId="{A54B9ACE-2425-4C16-ACFD-1F3872293294}" type="presParOf" srcId="{F40F4B65-ED49-4CEE-A52E-DB64F9FF7CB6}" destId="{300A856C-5DA7-44BA-BBA1-E5D2C5FD3831}" srcOrd="2" destOrd="0" presId="urn:microsoft.com/office/officeart/2026/layout/SmallDotsHorizontal"/>
    <dgm:cxn modelId="{4D71318A-9E32-45AC-892C-57B876E64AE2}" type="presParOf" srcId="{300A856C-5DA7-44BA-BBA1-E5D2C5FD3831}" destId="{913BE7F3-0D37-441E-903F-E0E7C0296563}" srcOrd="0" destOrd="0" presId="urn:microsoft.com/office/officeart/2026/layout/SmallDotsHorizontal"/>
    <dgm:cxn modelId="{781A7091-0AF2-43C8-927B-CDA322BE5402}" type="presParOf" srcId="{300A856C-5DA7-44BA-BBA1-E5D2C5FD3831}" destId="{0FF8B2C6-42D7-4DE1-8331-CA57BFCCBF84}" srcOrd="1" destOrd="0" presId="urn:microsoft.com/office/officeart/2026/layout/SmallDotsHorizontal"/>
    <dgm:cxn modelId="{D8E0B662-7E0F-41DC-8F9B-A707668740D3}" type="presParOf" srcId="{300A856C-5DA7-44BA-BBA1-E5D2C5FD3831}" destId="{00764686-DD2C-4E6C-BC82-00A8453CF5F6}" srcOrd="2" destOrd="0" presId="urn:microsoft.com/office/officeart/2026/layout/SmallDotsHorizontal"/>
    <dgm:cxn modelId="{E95C6B7F-3C9A-48CF-90E9-D078769E447B}" type="presParOf" srcId="{300A856C-5DA7-44BA-BBA1-E5D2C5FD3831}" destId="{9242A945-AAFA-44D0-959A-9D1F059EAEE5}" srcOrd="3" destOrd="0" presId="urn:microsoft.com/office/officeart/2026/layout/SmallDotsHorizontal"/>
    <dgm:cxn modelId="{DA828E9A-E795-4573-A599-E46F1F08AF08}" type="presParOf" srcId="{F40F4B65-ED49-4CEE-A52E-DB64F9FF7CB6}" destId="{01C84360-EAE0-4D4D-85C3-DBEF7459315B}" srcOrd="3" destOrd="0" presId="urn:microsoft.com/office/officeart/2026/layout/SmallDotsHorizontal"/>
    <dgm:cxn modelId="{88B00DCF-F3E0-44C3-A2DF-8428A6859004}" type="presParOf" srcId="{F40F4B65-ED49-4CEE-A52E-DB64F9FF7CB6}" destId="{1EE1444C-3A1F-438F-8A21-44B195028E3E}" srcOrd="4" destOrd="0" presId="urn:microsoft.com/office/officeart/2026/layout/SmallDotsHorizontal"/>
    <dgm:cxn modelId="{94AF7EC9-B399-4C44-BBB5-89B138BD090C}" type="presParOf" srcId="{1EE1444C-3A1F-438F-8A21-44B195028E3E}" destId="{34C8EAFC-7DA8-4246-886A-FC16D8FC1CC0}" srcOrd="0" destOrd="0" presId="urn:microsoft.com/office/officeart/2026/layout/SmallDotsHorizontal"/>
    <dgm:cxn modelId="{4F01450A-14C1-468A-B51F-5981C723472E}" type="presParOf" srcId="{1EE1444C-3A1F-438F-8A21-44B195028E3E}" destId="{19FC84DE-3CA6-4173-A6D3-C82F6058B0D2}" srcOrd="1" destOrd="0" presId="urn:microsoft.com/office/officeart/2026/layout/SmallDotsHorizontal"/>
    <dgm:cxn modelId="{0E7AC672-1394-49AE-8C9A-E14A7E85386D}" type="presParOf" srcId="{1EE1444C-3A1F-438F-8A21-44B195028E3E}" destId="{C9095A2E-9246-46BE-9B05-2F347172863A}" srcOrd="2" destOrd="0" presId="urn:microsoft.com/office/officeart/2026/layout/SmallDotsHorizontal"/>
    <dgm:cxn modelId="{6E8EAC89-771E-4DE5-B08D-009C4A0271B5}" type="presParOf" srcId="{1EE1444C-3A1F-438F-8A21-44B195028E3E}" destId="{9632A3A4-4C5A-4E82-A411-3163A9429185}" srcOrd="3" destOrd="0" presId="urn:microsoft.com/office/officeart/2026/layout/SmallDotsHorizont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6EBA826-C8CF-4E8D-B9BF-D2D9F25E2DA4}" type="doc">
      <dgm:prSet loTypeId="urn:microsoft.com/office/officeart/2026/layout/SmallDotsHorizontal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7A062B1-E430-40DD-9C79-9F9605D1BF8F}">
      <dgm:prSet phldrT="Title" phldr="0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endParaRPr lang="en-US" dirty="0"/>
        </a:p>
      </dgm:t>
    </dgm:pt>
    <dgm:pt modelId="{1EFE396D-F6DD-490C-96A4-EA6FAC601AD8}" type="parTrans" cxnId="{EF97B313-AA5B-414C-9324-A65C79328E4D}">
      <dgm:prSet/>
      <dgm:spPr/>
      <dgm:t>
        <a:bodyPr/>
        <a:lstStyle/>
        <a:p>
          <a:endParaRPr lang="en-US"/>
        </a:p>
      </dgm:t>
    </dgm:pt>
    <dgm:pt modelId="{8E5208DE-ADE9-48DA-921B-5DFFD1A26F99}" type="sibTrans" cxnId="{EF97B313-AA5B-414C-9324-A65C79328E4D}">
      <dgm:prSet/>
      <dgm:spPr/>
      <dgm:t>
        <a:bodyPr/>
        <a:lstStyle/>
        <a:p>
          <a:endParaRPr lang="en-US"/>
        </a:p>
      </dgm:t>
    </dgm:pt>
    <dgm:pt modelId="{91C832B5-4CF8-4CC5-922A-74A927851EB2}">
      <dgm:prSet phldrT="Description" phldr="0" custT="1"/>
      <dgm:spPr/>
      <dgm:t>
        <a:bodyPr/>
        <a:lstStyle/>
        <a:p>
          <a:r>
            <a:rPr lang="en-US" sz="1800" dirty="0"/>
            <a:t>Commit Stage</a:t>
          </a:r>
        </a:p>
        <a:p>
          <a:r>
            <a:rPr lang="en-US" sz="1400" dirty="0"/>
            <a:t>(Automated)</a:t>
          </a:r>
        </a:p>
      </dgm:t>
    </dgm:pt>
    <dgm:pt modelId="{93F694BD-D5FD-4BC3-A82B-BD20463EE896}" type="parTrans" cxnId="{D33F7666-35A9-428F-9F73-4E1531F207D6}">
      <dgm:prSet/>
      <dgm:spPr/>
      <dgm:t>
        <a:bodyPr/>
        <a:lstStyle/>
        <a:p>
          <a:endParaRPr lang="en-US"/>
        </a:p>
      </dgm:t>
    </dgm:pt>
    <dgm:pt modelId="{4ADEB158-2D5A-427A-90AE-1E89005FA66B}" type="sibTrans" cxnId="{D33F7666-35A9-428F-9F73-4E1531F207D6}">
      <dgm:prSet/>
      <dgm:spPr/>
      <dgm:t>
        <a:bodyPr/>
        <a:lstStyle/>
        <a:p>
          <a:endParaRPr lang="en-US"/>
        </a:p>
      </dgm:t>
    </dgm:pt>
    <dgm:pt modelId="{E246CF99-516F-474E-962C-CD0E020C5BC2}">
      <dgm:prSet phldrT="Title" phldr="0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endParaRPr lang="en-US" dirty="0"/>
        </a:p>
      </dgm:t>
    </dgm:pt>
    <dgm:pt modelId="{738E639E-C1FC-4104-A203-6769A4C85B0B}" type="parTrans" cxnId="{F2E59F60-B10C-4E8D-AECD-3A58D07E5B75}">
      <dgm:prSet/>
      <dgm:spPr/>
      <dgm:t>
        <a:bodyPr/>
        <a:lstStyle/>
        <a:p>
          <a:endParaRPr lang="en-US"/>
        </a:p>
      </dgm:t>
    </dgm:pt>
    <dgm:pt modelId="{B6E758D3-62E0-487E-AE9D-08DFD98C2A38}" type="sibTrans" cxnId="{F2E59F60-B10C-4E8D-AECD-3A58D07E5B75}">
      <dgm:prSet/>
      <dgm:spPr/>
      <dgm:t>
        <a:bodyPr/>
        <a:lstStyle/>
        <a:p>
          <a:endParaRPr lang="en-US"/>
        </a:p>
      </dgm:t>
    </dgm:pt>
    <dgm:pt modelId="{9CF305BC-1917-4FB9-A5C8-5B60B3AE9B03}">
      <dgm:prSet phldrT="Description" phldr="0"/>
      <dgm:spPr/>
      <dgm:t>
        <a:bodyPr/>
        <a:lstStyle/>
        <a:p>
          <a:r>
            <a:rPr lang="en-US" dirty="0"/>
            <a:t>Automated Test</a:t>
          </a:r>
        </a:p>
      </dgm:t>
    </dgm:pt>
    <dgm:pt modelId="{FA0777A0-1BCB-4B63-A364-A41124B9C4C8}" type="parTrans" cxnId="{EF467377-82F2-4FBE-8623-21A54B98EDBC}">
      <dgm:prSet/>
      <dgm:spPr/>
      <dgm:t>
        <a:bodyPr/>
        <a:lstStyle/>
        <a:p>
          <a:endParaRPr lang="en-US"/>
        </a:p>
      </dgm:t>
    </dgm:pt>
    <dgm:pt modelId="{229A6C08-3209-487D-B601-838AA00BAAB1}" type="sibTrans" cxnId="{EF467377-82F2-4FBE-8623-21A54B98EDBC}">
      <dgm:prSet/>
      <dgm:spPr/>
      <dgm:t>
        <a:bodyPr/>
        <a:lstStyle/>
        <a:p>
          <a:endParaRPr lang="en-US"/>
        </a:p>
      </dgm:t>
    </dgm:pt>
    <dgm:pt modelId="{F53AD6A4-7FED-42B5-8F00-F0C232350F6E}">
      <dgm:prSet phldrT="Title" phldr="0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endParaRPr lang="en-US" dirty="0"/>
        </a:p>
      </dgm:t>
    </dgm:pt>
    <dgm:pt modelId="{88F4C42A-FB1E-4ABA-AF43-E34F088156F1}" type="sibTrans" cxnId="{AA588B7D-500F-4B28-ABA4-5FC8CFA85FF9}">
      <dgm:prSet/>
      <dgm:spPr/>
      <dgm:t>
        <a:bodyPr/>
        <a:lstStyle/>
        <a:p>
          <a:endParaRPr lang="en-US"/>
        </a:p>
      </dgm:t>
    </dgm:pt>
    <dgm:pt modelId="{3420CB26-3EBC-42DE-A708-A4E9971A9A35}" type="parTrans" cxnId="{AA588B7D-500F-4B28-ABA4-5FC8CFA85FF9}">
      <dgm:prSet/>
      <dgm:spPr/>
      <dgm:t>
        <a:bodyPr/>
        <a:lstStyle/>
        <a:p>
          <a:endParaRPr lang="en-US"/>
        </a:p>
      </dgm:t>
    </dgm:pt>
    <dgm:pt modelId="{FF3A9AE6-DE99-496B-AA6D-5180A87AE863}">
      <dgm:prSet phldrT="Description" phldr="0"/>
      <dgm:spPr/>
      <dgm:t>
        <a:bodyPr/>
        <a:lstStyle/>
        <a:p>
          <a:r>
            <a:rPr lang="en-US" dirty="0"/>
            <a:t>Production Deploy</a:t>
          </a:r>
        </a:p>
      </dgm:t>
    </dgm:pt>
    <dgm:pt modelId="{E05CCA65-D974-4187-A21D-B1A7EE944E44}" type="sibTrans" cxnId="{0E6BB59E-ACAB-4EF2-8C9E-177140F543C4}">
      <dgm:prSet/>
      <dgm:spPr/>
      <dgm:t>
        <a:bodyPr/>
        <a:lstStyle/>
        <a:p>
          <a:endParaRPr lang="en-US"/>
        </a:p>
      </dgm:t>
    </dgm:pt>
    <dgm:pt modelId="{1FB6D3AF-C4B6-4E07-B586-77FE4F127DD0}" type="parTrans" cxnId="{0E6BB59E-ACAB-4EF2-8C9E-177140F543C4}">
      <dgm:prSet/>
      <dgm:spPr/>
      <dgm:t>
        <a:bodyPr/>
        <a:lstStyle/>
        <a:p>
          <a:endParaRPr lang="en-US"/>
        </a:p>
      </dgm:t>
    </dgm:pt>
    <dgm:pt modelId="{A0BECCD6-8601-4DAE-8FEF-25570EA14243}" type="pres">
      <dgm:prSet presAssocID="{56EBA826-C8CF-4E8D-B9BF-D2D9F25E2DA4}" presName="root" presStyleCnt="0">
        <dgm:presLayoutVars>
          <dgm:dir/>
          <dgm:resizeHandles val="exact"/>
        </dgm:presLayoutVars>
      </dgm:prSet>
      <dgm:spPr/>
    </dgm:pt>
    <dgm:pt modelId="{A667975B-1555-409F-990F-A5849B0D9041}" type="pres">
      <dgm:prSet presAssocID="{56EBA826-C8CF-4E8D-B9BF-D2D9F25E2DA4}" presName="connLine" presStyleLbl="dkBgShp" presStyleIdx="0" presStyleCnt="1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F40F4B65-ED49-4CEE-A52E-DB64F9FF7CB6}" type="pres">
      <dgm:prSet presAssocID="{56EBA826-C8CF-4E8D-B9BF-D2D9F25E2DA4}" presName="itemsFlow" presStyleCnt="0"/>
      <dgm:spPr/>
    </dgm:pt>
    <dgm:pt modelId="{30BA4E57-39EB-4CFC-9C87-8EAEA0864B45}" type="pres">
      <dgm:prSet presAssocID="{67A062B1-E430-40DD-9C79-9F9605D1BF8F}" presName="item" presStyleCnt="0"/>
      <dgm:spPr/>
    </dgm:pt>
    <dgm:pt modelId="{2CD0D115-CC29-4048-97D4-553944D9262E}" type="pres">
      <dgm:prSet presAssocID="{67A062B1-E430-40DD-9C79-9F9605D1BF8F}" presName="anchor" presStyleCnt="0"/>
      <dgm:spPr/>
    </dgm:pt>
    <dgm:pt modelId="{F15C80D0-E84B-483D-9AD5-2FBFAB9587E5}" type="pres">
      <dgm:prSet presAssocID="{67A062B1-E430-40DD-9C79-9F9605D1BF8F}" presName="titleText" presStyleLbl="revTx" presStyleIdx="0" presStyleCnt="0">
        <dgm:presLayoutVars>
          <dgm:chMax val="0"/>
          <dgm:chPref val="0"/>
        </dgm:presLayoutVars>
      </dgm:prSet>
      <dgm:spPr/>
    </dgm:pt>
    <dgm:pt modelId="{89E34A38-75BC-454D-9C78-5888A4C562BF}" type="pres">
      <dgm:prSet presAssocID="{67A062B1-E430-40DD-9C79-9F9605D1BF8F}" presName="dot" presStyleLbl="node1" presStyleIdx="0" presStyleCnt="3"/>
      <dgm:spPr/>
    </dgm:pt>
    <dgm:pt modelId="{F695E5C0-E045-4AB8-BE63-1B688D19577C}" type="pres">
      <dgm:prSet presAssocID="{67A062B1-E430-40DD-9C79-9F9605D1BF8F}" presName="descText" presStyleLbl="revTx" presStyleIdx="0" presStyleCnt="0">
        <dgm:presLayoutVars>
          <dgm:chMax val="0"/>
          <dgm:chPref val="0"/>
        </dgm:presLayoutVars>
      </dgm:prSet>
      <dgm:spPr/>
    </dgm:pt>
    <dgm:pt modelId="{51C629A2-CAA1-4EBD-A95B-CF6CE20E09A6}" type="pres">
      <dgm:prSet presAssocID="{8E5208DE-ADE9-48DA-921B-5DFFD1A26F99}" presName="spacer" presStyleCnt="0"/>
      <dgm:spPr/>
    </dgm:pt>
    <dgm:pt modelId="{300A856C-5DA7-44BA-BBA1-E5D2C5FD3831}" type="pres">
      <dgm:prSet presAssocID="{E246CF99-516F-474E-962C-CD0E020C5BC2}" presName="item" presStyleCnt="0"/>
      <dgm:spPr/>
    </dgm:pt>
    <dgm:pt modelId="{913BE7F3-0D37-441E-903F-E0E7C0296563}" type="pres">
      <dgm:prSet presAssocID="{E246CF99-516F-474E-962C-CD0E020C5BC2}" presName="anchor" presStyleCnt="0"/>
      <dgm:spPr/>
    </dgm:pt>
    <dgm:pt modelId="{0FF8B2C6-42D7-4DE1-8331-CA57BFCCBF84}" type="pres">
      <dgm:prSet presAssocID="{E246CF99-516F-474E-962C-CD0E020C5BC2}" presName="titleText" presStyleLbl="revTx" presStyleIdx="0" presStyleCnt="0">
        <dgm:presLayoutVars>
          <dgm:chMax val="0"/>
          <dgm:chPref val="0"/>
        </dgm:presLayoutVars>
      </dgm:prSet>
      <dgm:spPr/>
    </dgm:pt>
    <dgm:pt modelId="{00764686-DD2C-4E6C-BC82-00A8453CF5F6}" type="pres">
      <dgm:prSet presAssocID="{E246CF99-516F-474E-962C-CD0E020C5BC2}" presName="dot" presStyleLbl="node1" presStyleIdx="1" presStyleCnt="3"/>
      <dgm:spPr/>
    </dgm:pt>
    <dgm:pt modelId="{9242A945-AAFA-44D0-959A-9D1F059EAEE5}" type="pres">
      <dgm:prSet presAssocID="{E246CF99-516F-474E-962C-CD0E020C5BC2}" presName="descText" presStyleLbl="revTx" presStyleIdx="0" presStyleCnt="0">
        <dgm:presLayoutVars>
          <dgm:chMax val="0"/>
          <dgm:chPref val="0"/>
        </dgm:presLayoutVars>
      </dgm:prSet>
      <dgm:spPr/>
    </dgm:pt>
    <dgm:pt modelId="{01C84360-EAE0-4D4D-85C3-DBEF7459315B}" type="pres">
      <dgm:prSet presAssocID="{B6E758D3-62E0-487E-AE9D-08DFD98C2A38}" presName="spacer" presStyleCnt="0"/>
      <dgm:spPr/>
    </dgm:pt>
    <dgm:pt modelId="{1EE1444C-3A1F-438F-8A21-44B195028E3E}" type="pres">
      <dgm:prSet presAssocID="{F53AD6A4-7FED-42B5-8F00-F0C232350F6E}" presName="item" presStyleCnt="0"/>
      <dgm:spPr/>
    </dgm:pt>
    <dgm:pt modelId="{34C8EAFC-7DA8-4246-886A-FC16D8FC1CC0}" type="pres">
      <dgm:prSet presAssocID="{F53AD6A4-7FED-42B5-8F00-F0C232350F6E}" presName="anchor" presStyleCnt="0"/>
      <dgm:spPr/>
    </dgm:pt>
    <dgm:pt modelId="{19FC84DE-3CA6-4173-A6D3-C82F6058B0D2}" type="pres">
      <dgm:prSet presAssocID="{F53AD6A4-7FED-42B5-8F00-F0C232350F6E}" presName="titleText" presStyleLbl="revTx" presStyleIdx="0" presStyleCnt="0">
        <dgm:presLayoutVars>
          <dgm:chMax val="0"/>
          <dgm:chPref val="0"/>
        </dgm:presLayoutVars>
      </dgm:prSet>
      <dgm:spPr/>
    </dgm:pt>
    <dgm:pt modelId="{C9095A2E-9246-46BE-9B05-2F347172863A}" type="pres">
      <dgm:prSet presAssocID="{F53AD6A4-7FED-42B5-8F00-F0C232350F6E}" presName="dot" presStyleLbl="node1" presStyleIdx="2" presStyleCnt="3"/>
      <dgm:spPr/>
    </dgm:pt>
    <dgm:pt modelId="{9632A3A4-4C5A-4E82-A411-3163A9429185}" type="pres">
      <dgm:prSet presAssocID="{F53AD6A4-7FED-42B5-8F00-F0C232350F6E}" presName="descText" presStyleLbl="revTx" presStyleIdx="0" presStyleCnt="0">
        <dgm:presLayoutVars>
          <dgm:chMax val="0"/>
          <dgm:chPref val="0"/>
        </dgm:presLayoutVars>
      </dgm:prSet>
      <dgm:spPr/>
    </dgm:pt>
  </dgm:ptLst>
  <dgm:cxnLst>
    <dgm:cxn modelId="{EF97B313-AA5B-414C-9324-A65C79328E4D}" srcId="{56EBA826-C8CF-4E8D-B9BF-D2D9F25E2DA4}" destId="{67A062B1-E430-40DD-9C79-9F9605D1BF8F}" srcOrd="0" destOrd="0" parTransId="{1EFE396D-F6DD-490C-96A4-EA6FAC601AD8}" sibTransId="{8E5208DE-ADE9-48DA-921B-5DFFD1A26F99}"/>
    <dgm:cxn modelId="{0D56851F-67F5-4764-A60A-8A0F8BDEEED5}" type="presOf" srcId="{67A062B1-E430-40DD-9C79-9F9605D1BF8F}" destId="{F15C80D0-E84B-483D-9AD5-2FBFAB9587E5}" srcOrd="0" destOrd="0" presId="urn:microsoft.com/office/officeart/2026/layout/SmallDotsHorizontal"/>
    <dgm:cxn modelId="{A4F9E226-A84D-4E18-87E4-BE16080069BA}" type="presOf" srcId="{F53AD6A4-7FED-42B5-8F00-F0C232350F6E}" destId="{19FC84DE-3CA6-4173-A6D3-C82F6058B0D2}" srcOrd="0" destOrd="0" presId="urn:microsoft.com/office/officeart/2026/layout/SmallDotsHorizontal"/>
    <dgm:cxn modelId="{6F81222B-2C6A-4A95-81B2-3EDCED3CB5E3}" type="presOf" srcId="{FF3A9AE6-DE99-496B-AA6D-5180A87AE863}" destId="{9632A3A4-4C5A-4E82-A411-3163A9429185}" srcOrd="0" destOrd="0" presId="urn:microsoft.com/office/officeart/2026/layout/SmallDotsHorizontal"/>
    <dgm:cxn modelId="{F2E59F60-B10C-4E8D-AECD-3A58D07E5B75}" srcId="{56EBA826-C8CF-4E8D-B9BF-D2D9F25E2DA4}" destId="{E246CF99-516F-474E-962C-CD0E020C5BC2}" srcOrd="1" destOrd="0" parTransId="{738E639E-C1FC-4104-A203-6769A4C85B0B}" sibTransId="{B6E758D3-62E0-487E-AE9D-08DFD98C2A38}"/>
    <dgm:cxn modelId="{660AD845-11DF-4FAA-8A51-9CC18DD60644}" type="presOf" srcId="{9CF305BC-1917-4FB9-A5C8-5B60B3AE9B03}" destId="{9242A945-AAFA-44D0-959A-9D1F059EAEE5}" srcOrd="0" destOrd="0" presId="urn:microsoft.com/office/officeart/2026/layout/SmallDotsHorizontal"/>
    <dgm:cxn modelId="{D33F7666-35A9-428F-9F73-4E1531F207D6}" srcId="{67A062B1-E430-40DD-9C79-9F9605D1BF8F}" destId="{91C832B5-4CF8-4CC5-922A-74A927851EB2}" srcOrd="0" destOrd="0" parTransId="{93F694BD-D5FD-4BC3-A82B-BD20463EE896}" sibTransId="{4ADEB158-2D5A-427A-90AE-1E89005FA66B}"/>
    <dgm:cxn modelId="{EF467377-82F2-4FBE-8623-21A54B98EDBC}" srcId="{E246CF99-516F-474E-962C-CD0E020C5BC2}" destId="{9CF305BC-1917-4FB9-A5C8-5B60B3AE9B03}" srcOrd="0" destOrd="0" parTransId="{FA0777A0-1BCB-4B63-A364-A41124B9C4C8}" sibTransId="{229A6C08-3209-487D-B601-838AA00BAAB1}"/>
    <dgm:cxn modelId="{AA588B7D-500F-4B28-ABA4-5FC8CFA85FF9}" srcId="{56EBA826-C8CF-4E8D-B9BF-D2D9F25E2DA4}" destId="{F53AD6A4-7FED-42B5-8F00-F0C232350F6E}" srcOrd="2" destOrd="0" parTransId="{3420CB26-3EBC-42DE-A708-A4E9971A9A35}" sibTransId="{88F4C42A-FB1E-4ABA-AF43-E34F088156F1}"/>
    <dgm:cxn modelId="{17C5E888-C39B-4683-8957-807DC2FE7CCC}" type="presOf" srcId="{91C832B5-4CF8-4CC5-922A-74A927851EB2}" destId="{F695E5C0-E045-4AB8-BE63-1B688D19577C}" srcOrd="0" destOrd="0" presId="urn:microsoft.com/office/officeart/2026/layout/SmallDotsHorizontal"/>
    <dgm:cxn modelId="{0E6BB59E-ACAB-4EF2-8C9E-177140F543C4}" srcId="{F53AD6A4-7FED-42B5-8F00-F0C232350F6E}" destId="{FF3A9AE6-DE99-496B-AA6D-5180A87AE863}" srcOrd="0" destOrd="0" parTransId="{1FB6D3AF-C4B6-4E07-B586-77FE4F127DD0}" sibTransId="{E05CCA65-D974-4187-A21D-B1A7EE944E44}"/>
    <dgm:cxn modelId="{FCB459A9-1F1B-45AC-99E7-9161FD86629E}" type="presOf" srcId="{56EBA826-C8CF-4E8D-B9BF-D2D9F25E2DA4}" destId="{A0BECCD6-8601-4DAE-8FEF-25570EA14243}" srcOrd="0" destOrd="0" presId="urn:microsoft.com/office/officeart/2026/layout/SmallDotsHorizontal"/>
    <dgm:cxn modelId="{835B85E3-22B2-4433-9896-37F5AF394686}" type="presOf" srcId="{E246CF99-516F-474E-962C-CD0E020C5BC2}" destId="{0FF8B2C6-42D7-4DE1-8331-CA57BFCCBF84}" srcOrd="0" destOrd="0" presId="urn:microsoft.com/office/officeart/2026/layout/SmallDotsHorizontal"/>
    <dgm:cxn modelId="{AF4347B7-A3B7-4D23-8E54-23C43F405B0C}" type="presParOf" srcId="{A0BECCD6-8601-4DAE-8FEF-25570EA14243}" destId="{A667975B-1555-409F-990F-A5849B0D9041}" srcOrd="0" destOrd="0" presId="urn:microsoft.com/office/officeart/2026/layout/SmallDotsHorizontal"/>
    <dgm:cxn modelId="{7447E58D-2748-41FE-9CE8-3B3C56D8AC37}" type="presParOf" srcId="{A0BECCD6-8601-4DAE-8FEF-25570EA14243}" destId="{F40F4B65-ED49-4CEE-A52E-DB64F9FF7CB6}" srcOrd="1" destOrd="0" presId="urn:microsoft.com/office/officeart/2026/layout/SmallDotsHorizontal"/>
    <dgm:cxn modelId="{0BAC4842-E74A-4B23-BA84-F5753644BA6A}" type="presParOf" srcId="{F40F4B65-ED49-4CEE-A52E-DB64F9FF7CB6}" destId="{30BA4E57-39EB-4CFC-9C87-8EAEA0864B45}" srcOrd="0" destOrd="0" presId="urn:microsoft.com/office/officeart/2026/layout/SmallDotsHorizontal"/>
    <dgm:cxn modelId="{8DF08135-289D-499F-B351-7DE9A641389D}" type="presParOf" srcId="{30BA4E57-39EB-4CFC-9C87-8EAEA0864B45}" destId="{2CD0D115-CC29-4048-97D4-553944D9262E}" srcOrd="0" destOrd="0" presId="urn:microsoft.com/office/officeart/2026/layout/SmallDotsHorizontal"/>
    <dgm:cxn modelId="{2C1BF769-4612-4A9F-9431-D5F8E2933322}" type="presParOf" srcId="{30BA4E57-39EB-4CFC-9C87-8EAEA0864B45}" destId="{F15C80D0-E84B-483D-9AD5-2FBFAB9587E5}" srcOrd="1" destOrd="0" presId="urn:microsoft.com/office/officeart/2026/layout/SmallDotsHorizontal"/>
    <dgm:cxn modelId="{B813054B-8117-441C-93F0-CD8BAA8A2587}" type="presParOf" srcId="{30BA4E57-39EB-4CFC-9C87-8EAEA0864B45}" destId="{89E34A38-75BC-454D-9C78-5888A4C562BF}" srcOrd="2" destOrd="0" presId="urn:microsoft.com/office/officeart/2026/layout/SmallDotsHorizontal"/>
    <dgm:cxn modelId="{A941DC52-22FF-4358-AE5E-5D6D475E43F8}" type="presParOf" srcId="{30BA4E57-39EB-4CFC-9C87-8EAEA0864B45}" destId="{F695E5C0-E045-4AB8-BE63-1B688D19577C}" srcOrd="3" destOrd="0" presId="urn:microsoft.com/office/officeart/2026/layout/SmallDotsHorizontal"/>
    <dgm:cxn modelId="{577BC8C3-DD5A-4526-BB7F-A9CB335AF5D2}" type="presParOf" srcId="{F40F4B65-ED49-4CEE-A52E-DB64F9FF7CB6}" destId="{51C629A2-CAA1-4EBD-A95B-CF6CE20E09A6}" srcOrd="1" destOrd="0" presId="urn:microsoft.com/office/officeart/2026/layout/SmallDotsHorizontal"/>
    <dgm:cxn modelId="{A54B9ACE-2425-4C16-ACFD-1F3872293294}" type="presParOf" srcId="{F40F4B65-ED49-4CEE-A52E-DB64F9FF7CB6}" destId="{300A856C-5DA7-44BA-BBA1-E5D2C5FD3831}" srcOrd="2" destOrd="0" presId="urn:microsoft.com/office/officeart/2026/layout/SmallDotsHorizontal"/>
    <dgm:cxn modelId="{4D71318A-9E32-45AC-892C-57B876E64AE2}" type="presParOf" srcId="{300A856C-5DA7-44BA-BBA1-E5D2C5FD3831}" destId="{913BE7F3-0D37-441E-903F-E0E7C0296563}" srcOrd="0" destOrd="0" presId="urn:microsoft.com/office/officeart/2026/layout/SmallDotsHorizontal"/>
    <dgm:cxn modelId="{781A7091-0AF2-43C8-927B-CDA322BE5402}" type="presParOf" srcId="{300A856C-5DA7-44BA-BBA1-E5D2C5FD3831}" destId="{0FF8B2C6-42D7-4DE1-8331-CA57BFCCBF84}" srcOrd="1" destOrd="0" presId="urn:microsoft.com/office/officeart/2026/layout/SmallDotsHorizontal"/>
    <dgm:cxn modelId="{D8E0B662-7E0F-41DC-8F9B-A707668740D3}" type="presParOf" srcId="{300A856C-5DA7-44BA-BBA1-E5D2C5FD3831}" destId="{00764686-DD2C-4E6C-BC82-00A8453CF5F6}" srcOrd="2" destOrd="0" presId="urn:microsoft.com/office/officeart/2026/layout/SmallDotsHorizontal"/>
    <dgm:cxn modelId="{E95C6B7F-3C9A-48CF-90E9-D078769E447B}" type="presParOf" srcId="{300A856C-5DA7-44BA-BBA1-E5D2C5FD3831}" destId="{9242A945-AAFA-44D0-959A-9D1F059EAEE5}" srcOrd="3" destOrd="0" presId="urn:microsoft.com/office/officeart/2026/layout/SmallDotsHorizontal"/>
    <dgm:cxn modelId="{DA828E9A-E795-4573-A599-E46F1F08AF08}" type="presParOf" srcId="{F40F4B65-ED49-4CEE-A52E-DB64F9FF7CB6}" destId="{01C84360-EAE0-4D4D-85C3-DBEF7459315B}" srcOrd="3" destOrd="0" presId="urn:microsoft.com/office/officeart/2026/layout/SmallDotsHorizontal"/>
    <dgm:cxn modelId="{88B00DCF-F3E0-44C3-A2DF-8428A6859004}" type="presParOf" srcId="{F40F4B65-ED49-4CEE-A52E-DB64F9FF7CB6}" destId="{1EE1444C-3A1F-438F-8A21-44B195028E3E}" srcOrd="4" destOrd="0" presId="urn:microsoft.com/office/officeart/2026/layout/SmallDotsHorizontal"/>
    <dgm:cxn modelId="{94AF7EC9-B399-4C44-BBB5-89B138BD090C}" type="presParOf" srcId="{1EE1444C-3A1F-438F-8A21-44B195028E3E}" destId="{34C8EAFC-7DA8-4246-886A-FC16D8FC1CC0}" srcOrd="0" destOrd="0" presId="urn:microsoft.com/office/officeart/2026/layout/SmallDotsHorizontal"/>
    <dgm:cxn modelId="{4F01450A-14C1-468A-B51F-5981C723472E}" type="presParOf" srcId="{1EE1444C-3A1F-438F-8A21-44B195028E3E}" destId="{19FC84DE-3CA6-4173-A6D3-C82F6058B0D2}" srcOrd="1" destOrd="0" presId="urn:microsoft.com/office/officeart/2026/layout/SmallDotsHorizontal"/>
    <dgm:cxn modelId="{0E7AC672-1394-49AE-8C9A-E14A7E85386D}" type="presParOf" srcId="{1EE1444C-3A1F-438F-8A21-44B195028E3E}" destId="{C9095A2E-9246-46BE-9B05-2F347172863A}" srcOrd="2" destOrd="0" presId="urn:microsoft.com/office/officeart/2026/layout/SmallDotsHorizontal"/>
    <dgm:cxn modelId="{6E8EAC89-771E-4DE5-B08D-009C4A0271B5}" type="presParOf" srcId="{1EE1444C-3A1F-438F-8A21-44B195028E3E}" destId="{9632A3A4-4C5A-4E82-A411-3163A9429185}" srcOrd="3" destOrd="0" presId="urn:microsoft.com/office/officeart/2026/layout/SmallDotsHorizont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8CD79A-4D00-448E-B18C-38B3941E3906}">
      <dsp:nvSpPr>
        <dsp:cNvPr id="0" name=""/>
        <dsp:cNvSpPr/>
      </dsp:nvSpPr>
      <dsp:spPr>
        <a:xfrm>
          <a:off x="1138979" y="759806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D3E63D-C510-4AE5-A44C-2A57D0137A0E}">
      <dsp:nvSpPr>
        <dsp:cNvPr id="0" name=""/>
        <dsp:cNvSpPr/>
      </dsp:nvSpPr>
      <dsp:spPr>
        <a:xfrm>
          <a:off x="569079" y="1984020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It </a:t>
          </a:r>
          <a:r>
            <a:rPr lang="en-US" sz="1400" kern="1200" dirty="0">
              <a:solidFill>
                <a:schemeClr val="tx1">
                  <a:lumMod val="90000"/>
                  <a:lumOff val="10000"/>
                </a:schemeClr>
              </a:solidFill>
            </a:rPr>
            <a:t>includes development, testing, approvals</a:t>
          </a:r>
          <a:r>
            <a:rPr lang="en-US" sz="1400" kern="1200" dirty="0"/>
            <a:t>, and deployment.</a:t>
          </a:r>
        </a:p>
      </dsp:txBody>
      <dsp:txXfrm>
        <a:off x="569079" y="1984020"/>
        <a:ext cx="2072362" cy="720000"/>
      </dsp:txXfrm>
    </dsp:sp>
    <dsp:sp modelId="{DC085C2C-C748-45BD-9E20-C61BCFA2E8B8}">
      <dsp:nvSpPr>
        <dsp:cNvPr id="0" name=""/>
        <dsp:cNvSpPr/>
      </dsp:nvSpPr>
      <dsp:spPr>
        <a:xfrm>
          <a:off x="3574005" y="759806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C953A7-B63D-41B1-A975-31D365194BB6}">
      <dsp:nvSpPr>
        <dsp:cNvPr id="0" name=""/>
        <dsp:cNvSpPr/>
      </dsp:nvSpPr>
      <dsp:spPr>
        <a:xfrm>
          <a:off x="3004105" y="1984020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It also includes the time work spends waiting between those steps.</a:t>
          </a:r>
        </a:p>
      </dsp:txBody>
      <dsp:txXfrm>
        <a:off x="3004105" y="1984020"/>
        <a:ext cx="2072362" cy="720000"/>
      </dsp:txXfrm>
    </dsp:sp>
    <dsp:sp modelId="{BE4FDC85-BD08-4F1A-A92E-A8AED736B3CC}">
      <dsp:nvSpPr>
        <dsp:cNvPr id="0" name=""/>
        <dsp:cNvSpPr/>
      </dsp:nvSpPr>
      <dsp:spPr>
        <a:xfrm>
          <a:off x="6009031" y="759806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CAE4EC-86A0-433C-9025-E9B016D9EA89}">
      <dsp:nvSpPr>
        <dsp:cNvPr id="0" name=""/>
        <dsp:cNvSpPr/>
      </dsp:nvSpPr>
      <dsp:spPr>
        <a:xfrm>
          <a:off x="5439131" y="1984020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Looking at the entire process helps teams find where work is getting slowed down.</a:t>
          </a:r>
        </a:p>
      </dsp:txBody>
      <dsp:txXfrm>
        <a:off x="5439131" y="1984020"/>
        <a:ext cx="2072362" cy="720000"/>
      </dsp:txXfrm>
    </dsp:sp>
    <dsp:sp modelId="{112755AD-1C3D-4A75-8E56-2BBAFDC0EDF1}">
      <dsp:nvSpPr>
        <dsp:cNvPr id="0" name=""/>
        <dsp:cNvSpPr/>
      </dsp:nvSpPr>
      <dsp:spPr>
        <a:xfrm>
          <a:off x="8444057" y="759806"/>
          <a:ext cx="932563" cy="9325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111618-410C-44E2-A2E8-8BB8143B2C2A}">
      <dsp:nvSpPr>
        <dsp:cNvPr id="0" name=""/>
        <dsp:cNvSpPr/>
      </dsp:nvSpPr>
      <dsp:spPr>
        <a:xfrm>
          <a:off x="7874157" y="1984020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 DevOps, the goal is to make this process faster without sacrificing quality or reliability.</a:t>
          </a:r>
        </a:p>
      </dsp:txBody>
      <dsp:txXfrm>
        <a:off x="7874157" y="1984020"/>
        <a:ext cx="207236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CA1B18-B1D7-4A05-AADE-0AB4D2488D8A}">
      <dsp:nvSpPr>
        <dsp:cNvPr id="0" name=""/>
        <dsp:cNvSpPr/>
      </dsp:nvSpPr>
      <dsp:spPr>
        <a:xfrm>
          <a:off x="0" y="434006"/>
          <a:ext cx="1102844" cy="661706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accent1"/>
          </a:solidFill>
          <a:prstDash val="sysDot"/>
          <a:miter lim="800000"/>
          <a:extLst>
            <a:ext uri="{C807C97D-BFC1-408E-A445-0C87EB9F89A2}">
              <ask:lineSketchStyleProps xmlns:ask="http://schemas.microsoft.com/office/drawing/2018/sketchyshapes">
                <ask:type>
                  <ask:lineSketchNone/>
                </ask:type>
              </ask:lineSketchStyleProps>
            </a:ext>
          </a:extLst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accent1"/>
              </a:solidFill>
            </a:rPr>
            <a:t>Idea</a:t>
          </a:r>
        </a:p>
      </dsp:txBody>
      <dsp:txXfrm>
        <a:off x="19381" y="453387"/>
        <a:ext cx="1064082" cy="622944"/>
      </dsp:txXfrm>
    </dsp:sp>
    <dsp:sp modelId="{FB3AC185-FB1F-45A1-91D1-51B729F37E58}">
      <dsp:nvSpPr>
        <dsp:cNvPr id="0" name=""/>
        <dsp:cNvSpPr/>
      </dsp:nvSpPr>
      <dsp:spPr>
        <a:xfrm>
          <a:off x="1213128" y="628107"/>
          <a:ext cx="233802" cy="2735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1213128" y="682808"/>
        <a:ext cx="163661" cy="164103"/>
      </dsp:txXfrm>
    </dsp:sp>
    <dsp:sp modelId="{53FDD234-CE80-4A08-BDFA-3EAA0A5B0FE5}">
      <dsp:nvSpPr>
        <dsp:cNvPr id="0" name=""/>
        <dsp:cNvSpPr/>
      </dsp:nvSpPr>
      <dsp:spPr>
        <a:xfrm>
          <a:off x="1543981" y="434006"/>
          <a:ext cx="1102844" cy="661706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accent1"/>
          </a:solidFill>
          <a:prstDash val="sysDot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accent1"/>
              </a:solidFill>
            </a:rPr>
            <a:t>Development</a:t>
          </a:r>
        </a:p>
      </dsp:txBody>
      <dsp:txXfrm>
        <a:off x="1563362" y="453387"/>
        <a:ext cx="1064082" cy="622944"/>
      </dsp:txXfrm>
    </dsp:sp>
    <dsp:sp modelId="{DDBF4781-1BCF-4BC9-B9A8-A93D4A16A508}">
      <dsp:nvSpPr>
        <dsp:cNvPr id="0" name=""/>
        <dsp:cNvSpPr/>
      </dsp:nvSpPr>
      <dsp:spPr>
        <a:xfrm>
          <a:off x="2757110" y="628107"/>
          <a:ext cx="233802" cy="2735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757110" y="682808"/>
        <a:ext cx="163661" cy="164103"/>
      </dsp:txXfrm>
    </dsp:sp>
    <dsp:sp modelId="{786094F5-3839-471D-88A4-A639A4C2B2CE}">
      <dsp:nvSpPr>
        <dsp:cNvPr id="0" name=""/>
        <dsp:cNvSpPr/>
      </dsp:nvSpPr>
      <dsp:spPr>
        <a:xfrm>
          <a:off x="3087963" y="434006"/>
          <a:ext cx="1102844" cy="661706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accent1"/>
          </a:solidFill>
          <a:prstDash val="sysDot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accent1"/>
              </a:solidFill>
            </a:rPr>
            <a:t>Testing</a:t>
          </a:r>
        </a:p>
      </dsp:txBody>
      <dsp:txXfrm>
        <a:off x="3107344" y="453387"/>
        <a:ext cx="1064082" cy="622944"/>
      </dsp:txXfrm>
    </dsp:sp>
    <dsp:sp modelId="{6FB2CFD0-D14D-4C06-B127-D0BBE68144A5}">
      <dsp:nvSpPr>
        <dsp:cNvPr id="0" name=""/>
        <dsp:cNvSpPr/>
      </dsp:nvSpPr>
      <dsp:spPr>
        <a:xfrm>
          <a:off x="4301092" y="628107"/>
          <a:ext cx="233802" cy="2735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4301092" y="682808"/>
        <a:ext cx="163661" cy="164103"/>
      </dsp:txXfrm>
    </dsp:sp>
    <dsp:sp modelId="{F26980CF-DC05-4D69-952C-03116C9DB218}">
      <dsp:nvSpPr>
        <dsp:cNvPr id="0" name=""/>
        <dsp:cNvSpPr/>
      </dsp:nvSpPr>
      <dsp:spPr>
        <a:xfrm>
          <a:off x="4631945" y="434006"/>
          <a:ext cx="1102844" cy="661706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accent1"/>
          </a:solidFill>
          <a:prstDash val="sysDot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accent1"/>
              </a:solidFill>
            </a:rPr>
            <a:t>Approval</a:t>
          </a:r>
        </a:p>
      </dsp:txBody>
      <dsp:txXfrm>
        <a:off x="4651326" y="453387"/>
        <a:ext cx="1064082" cy="622944"/>
      </dsp:txXfrm>
    </dsp:sp>
    <dsp:sp modelId="{C6D532A7-0E53-4967-B3F6-4639C88D8B31}">
      <dsp:nvSpPr>
        <dsp:cNvPr id="0" name=""/>
        <dsp:cNvSpPr/>
      </dsp:nvSpPr>
      <dsp:spPr>
        <a:xfrm>
          <a:off x="5845073" y="628107"/>
          <a:ext cx="233802" cy="2735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5845073" y="682808"/>
        <a:ext cx="163661" cy="164103"/>
      </dsp:txXfrm>
    </dsp:sp>
    <dsp:sp modelId="{BB290888-540B-4C49-B352-982E7C8C6767}">
      <dsp:nvSpPr>
        <dsp:cNvPr id="0" name=""/>
        <dsp:cNvSpPr/>
      </dsp:nvSpPr>
      <dsp:spPr>
        <a:xfrm>
          <a:off x="6175927" y="434006"/>
          <a:ext cx="1102844" cy="661706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accent1"/>
          </a:solidFill>
          <a:prstDash val="sysDot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accent1"/>
              </a:solidFill>
            </a:rPr>
            <a:t>Deployment</a:t>
          </a:r>
        </a:p>
      </dsp:txBody>
      <dsp:txXfrm>
        <a:off x="6195308" y="453387"/>
        <a:ext cx="1064082" cy="622944"/>
      </dsp:txXfrm>
    </dsp:sp>
    <dsp:sp modelId="{A4CB02E0-2EB3-46B7-919A-95009F4E0775}">
      <dsp:nvSpPr>
        <dsp:cNvPr id="0" name=""/>
        <dsp:cNvSpPr/>
      </dsp:nvSpPr>
      <dsp:spPr>
        <a:xfrm>
          <a:off x="7389055" y="628107"/>
          <a:ext cx="233802" cy="2735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7389055" y="682808"/>
        <a:ext cx="163661" cy="164103"/>
      </dsp:txXfrm>
    </dsp:sp>
    <dsp:sp modelId="{050AE087-8D7B-4993-B011-F6497FD82CC0}">
      <dsp:nvSpPr>
        <dsp:cNvPr id="0" name=""/>
        <dsp:cNvSpPr/>
      </dsp:nvSpPr>
      <dsp:spPr>
        <a:xfrm>
          <a:off x="7719908" y="434006"/>
          <a:ext cx="1102844" cy="661706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accent1"/>
          </a:solidFill>
          <a:prstDash val="sysDot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accent1"/>
              </a:solidFill>
            </a:rPr>
            <a:t>Customer</a:t>
          </a:r>
        </a:p>
      </dsp:txBody>
      <dsp:txXfrm>
        <a:off x="7739289" y="453387"/>
        <a:ext cx="1064082" cy="6229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67975B-1555-409F-990F-A5849B0D9041}">
      <dsp:nvSpPr>
        <dsp:cNvPr id="0" name=""/>
        <dsp:cNvSpPr/>
      </dsp:nvSpPr>
      <dsp:spPr>
        <a:xfrm>
          <a:off x="162560" y="807781"/>
          <a:ext cx="7802880" cy="16256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5C80D0-E84B-483D-9AD5-2FBFAB9587E5}">
      <dsp:nvSpPr>
        <dsp:cNvPr id="0" name=""/>
        <dsp:cNvSpPr/>
      </dsp:nvSpPr>
      <dsp:spPr>
        <a:xfrm>
          <a:off x="166370" y="166581"/>
          <a:ext cx="2514599" cy="52014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35560" bIns="17780" numCol="1" spcCol="1270" anchor="b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endParaRPr lang="en-US" sz="2800" kern="1200" dirty="0"/>
        </a:p>
      </dsp:txBody>
      <dsp:txXfrm>
        <a:off x="166370" y="166581"/>
        <a:ext cx="2514599" cy="520142"/>
      </dsp:txXfrm>
    </dsp:sp>
    <dsp:sp modelId="{89E34A38-75BC-454D-9C78-5888A4C562BF}">
      <dsp:nvSpPr>
        <dsp:cNvPr id="0" name=""/>
        <dsp:cNvSpPr/>
      </dsp:nvSpPr>
      <dsp:spPr>
        <a:xfrm>
          <a:off x="1393073" y="785313"/>
          <a:ext cx="61193" cy="611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5E5C0-E045-4AB8-BE63-1B688D19577C}">
      <dsp:nvSpPr>
        <dsp:cNvPr id="0" name=""/>
        <dsp:cNvSpPr/>
      </dsp:nvSpPr>
      <dsp:spPr>
        <a:xfrm>
          <a:off x="166370" y="946795"/>
          <a:ext cx="2514599" cy="75301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Ticket Created</a:t>
          </a:r>
        </a:p>
      </dsp:txBody>
      <dsp:txXfrm>
        <a:off x="166370" y="946795"/>
        <a:ext cx="2514599" cy="753016"/>
      </dsp:txXfrm>
    </dsp:sp>
    <dsp:sp modelId="{0FF8B2C6-42D7-4DE1-8331-CA57BFCCBF84}">
      <dsp:nvSpPr>
        <dsp:cNvPr id="0" name=""/>
        <dsp:cNvSpPr/>
      </dsp:nvSpPr>
      <dsp:spPr>
        <a:xfrm>
          <a:off x="2806700" y="166581"/>
          <a:ext cx="2514599" cy="52014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35560" bIns="17780" numCol="1" spcCol="1270" anchor="b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endParaRPr lang="en-US" sz="2800" kern="1200" dirty="0"/>
        </a:p>
      </dsp:txBody>
      <dsp:txXfrm>
        <a:off x="2806700" y="166581"/>
        <a:ext cx="2514599" cy="520142"/>
      </dsp:txXfrm>
    </dsp:sp>
    <dsp:sp modelId="{00764686-DD2C-4E6C-BC82-00A8453CF5F6}">
      <dsp:nvSpPr>
        <dsp:cNvPr id="0" name=""/>
        <dsp:cNvSpPr/>
      </dsp:nvSpPr>
      <dsp:spPr>
        <a:xfrm>
          <a:off x="4033403" y="785313"/>
          <a:ext cx="61193" cy="611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42A945-AAFA-44D0-959A-9D1F059EAEE5}">
      <dsp:nvSpPr>
        <dsp:cNvPr id="0" name=""/>
        <dsp:cNvSpPr/>
      </dsp:nvSpPr>
      <dsp:spPr>
        <a:xfrm>
          <a:off x="2806700" y="946795"/>
          <a:ext cx="2514599" cy="75301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Work Started</a:t>
          </a:r>
        </a:p>
      </dsp:txBody>
      <dsp:txXfrm>
        <a:off x="2806700" y="946795"/>
        <a:ext cx="2514599" cy="753016"/>
      </dsp:txXfrm>
    </dsp:sp>
    <dsp:sp modelId="{19FC84DE-3CA6-4173-A6D3-C82F6058B0D2}">
      <dsp:nvSpPr>
        <dsp:cNvPr id="0" name=""/>
        <dsp:cNvSpPr/>
      </dsp:nvSpPr>
      <dsp:spPr>
        <a:xfrm>
          <a:off x="5447029" y="166581"/>
          <a:ext cx="2514599" cy="52014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35560" bIns="17780" numCol="1" spcCol="1270" anchor="b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endParaRPr lang="en-US" sz="2800" kern="1200" dirty="0"/>
        </a:p>
      </dsp:txBody>
      <dsp:txXfrm>
        <a:off x="5447029" y="166581"/>
        <a:ext cx="2514599" cy="520142"/>
      </dsp:txXfrm>
    </dsp:sp>
    <dsp:sp modelId="{C9095A2E-9246-46BE-9B05-2F347172863A}">
      <dsp:nvSpPr>
        <dsp:cNvPr id="0" name=""/>
        <dsp:cNvSpPr/>
      </dsp:nvSpPr>
      <dsp:spPr>
        <a:xfrm>
          <a:off x="6673733" y="785313"/>
          <a:ext cx="61193" cy="611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32A3A4-4C5A-4E82-A411-3163A9429185}">
      <dsp:nvSpPr>
        <dsp:cNvPr id="0" name=""/>
        <dsp:cNvSpPr/>
      </dsp:nvSpPr>
      <dsp:spPr>
        <a:xfrm>
          <a:off x="5447029" y="946795"/>
          <a:ext cx="2514599" cy="75301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Work Completed</a:t>
          </a:r>
        </a:p>
      </dsp:txBody>
      <dsp:txXfrm>
        <a:off x="5447029" y="946795"/>
        <a:ext cx="2514599" cy="7530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67975B-1555-409F-990F-A5849B0D9041}">
      <dsp:nvSpPr>
        <dsp:cNvPr id="0" name=""/>
        <dsp:cNvSpPr/>
      </dsp:nvSpPr>
      <dsp:spPr>
        <a:xfrm>
          <a:off x="162560" y="807781"/>
          <a:ext cx="7802880" cy="16256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5C80D0-E84B-483D-9AD5-2FBFAB9587E5}">
      <dsp:nvSpPr>
        <dsp:cNvPr id="0" name=""/>
        <dsp:cNvSpPr/>
      </dsp:nvSpPr>
      <dsp:spPr>
        <a:xfrm>
          <a:off x="166370" y="166581"/>
          <a:ext cx="2514599" cy="52014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35560" bIns="17780" numCol="1" spcCol="1270" anchor="b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endParaRPr lang="en-US" sz="2800" kern="1200" dirty="0"/>
        </a:p>
      </dsp:txBody>
      <dsp:txXfrm>
        <a:off x="166370" y="166581"/>
        <a:ext cx="2514599" cy="520142"/>
      </dsp:txXfrm>
    </dsp:sp>
    <dsp:sp modelId="{89E34A38-75BC-454D-9C78-5888A4C562BF}">
      <dsp:nvSpPr>
        <dsp:cNvPr id="0" name=""/>
        <dsp:cNvSpPr/>
      </dsp:nvSpPr>
      <dsp:spPr>
        <a:xfrm>
          <a:off x="1393073" y="785313"/>
          <a:ext cx="61193" cy="611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5E5C0-E045-4AB8-BE63-1B688D19577C}">
      <dsp:nvSpPr>
        <dsp:cNvPr id="0" name=""/>
        <dsp:cNvSpPr/>
      </dsp:nvSpPr>
      <dsp:spPr>
        <a:xfrm>
          <a:off x="166370" y="946795"/>
          <a:ext cx="2514599" cy="75301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Commit Stage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(Automated)</a:t>
          </a:r>
        </a:p>
      </dsp:txBody>
      <dsp:txXfrm>
        <a:off x="166370" y="946795"/>
        <a:ext cx="2514599" cy="753016"/>
      </dsp:txXfrm>
    </dsp:sp>
    <dsp:sp modelId="{0FF8B2C6-42D7-4DE1-8331-CA57BFCCBF84}">
      <dsp:nvSpPr>
        <dsp:cNvPr id="0" name=""/>
        <dsp:cNvSpPr/>
      </dsp:nvSpPr>
      <dsp:spPr>
        <a:xfrm>
          <a:off x="2806700" y="166581"/>
          <a:ext cx="2514599" cy="52014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35560" bIns="17780" numCol="1" spcCol="1270" anchor="b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endParaRPr lang="en-US" sz="2800" kern="1200" dirty="0"/>
        </a:p>
      </dsp:txBody>
      <dsp:txXfrm>
        <a:off x="2806700" y="166581"/>
        <a:ext cx="2514599" cy="520142"/>
      </dsp:txXfrm>
    </dsp:sp>
    <dsp:sp modelId="{00764686-DD2C-4E6C-BC82-00A8453CF5F6}">
      <dsp:nvSpPr>
        <dsp:cNvPr id="0" name=""/>
        <dsp:cNvSpPr/>
      </dsp:nvSpPr>
      <dsp:spPr>
        <a:xfrm>
          <a:off x="4033403" y="785313"/>
          <a:ext cx="61193" cy="611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42A945-AAFA-44D0-959A-9D1F059EAEE5}">
      <dsp:nvSpPr>
        <dsp:cNvPr id="0" name=""/>
        <dsp:cNvSpPr/>
      </dsp:nvSpPr>
      <dsp:spPr>
        <a:xfrm>
          <a:off x="2806700" y="946795"/>
          <a:ext cx="2514599" cy="75301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Automated Test</a:t>
          </a:r>
        </a:p>
      </dsp:txBody>
      <dsp:txXfrm>
        <a:off x="2806700" y="946795"/>
        <a:ext cx="2514599" cy="753016"/>
      </dsp:txXfrm>
    </dsp:sp>
    <dsp:sp modelId="{19FC84DE-3CA6-4173-A6D3-C82F6058B0D2}">
      <dsp:nvSpPr>
        <dsp:cNvPr id="0" name=""/>
        <dsp:cNvSpPr/>
      </dsp:nvSpPr>
      <dsp:spPr>
        <a:xfrm>
          <a:off x="5447029" y="166581"/>
          <a:ext cx="2514599" cy="52014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35560" bIns="17780" numCol="1" spcCol="1270" anchor="b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endParaRPr lang="en-US" sz="2800" kern="1200" dirty="0"/>
        </a:p>
      </dsp:txBody>
      <dsp:txXfrm>
        <a:off x="5447029" y="166581"/>
        <a:ext cx="2514599" cy="520142"/>
      </dsp:txXfrm>
    </dsp:sp>
    <dsp:sp modelId="{C9095A2E-9246-46BE-9B05-2F347172863A}">
      <dsp:nvSpPr>
        <dsp:cNvPr id="0" name=""/>
        <dsp:cNvSpPr/>
      </dsp:nvSpPr>
      <dsp:spPr>
        <a:xfrm>
          <a:off x="6673733" y="785313"/>
          <a:ext cx="61193" cy="611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32A3A4-4C5A-4E82-A411-3163A9429185}">
      <dsp:nvSpPr>
        <dsp:cNvPr id="0" name=""/>
        <dsp:cNvSpPr/>
      </dsp:nvSpPr>
      <dsp:spPr>
        <a:xfrm>
          <a:off x="5447029" y="946795"/>
          <a:ext cx="2514599" cy="75301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22860" bIns="1143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Production Deploy</a:t>
          </a:r>
        </a:p>
      </dsp:txBody>
      <dsp:txXfrm>
        <a:off x="5447029" y="946795"/>
        <a:ext cx="2514599" cy="7530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26/layout/SmallDotsHorizontal">
  <dgm:title val=""/>
  <dgm:desc val=""/>
  <dgm:catLst>
    <dgm:cat type="timeline" pri="107"/>
  </dgm:catLst>
  <dgm:sampData>
    <dgm:dataModel>
      <dgm:ptLst>
        <dgm:pt modelId="0" type="doc"/>
        <dgm:pt modelId="100">
          <dgm:prSet phldrT="Title" phldr="1"/>
        </dgm:pt>
        <dgm:pt modelId="101">
          <dgm:prSet phldrT="Description" phldr="1"/>
        </dgm:pt>
        <dgm:pt modelId="200">
          <dgm:prSet phldrT="Title" phldr="1"/>
        </dgm:pt>
        <dgm:pt modelId="201">
          <dgm:prSet phldrT="Description" phldr="1"/>
        </dgm:pt>
        <dgm:pt modelId="300">
          <dgm:prSet phldrT="Title" phldr="1"/>
        </dgm:pt>
        <dgm:pt modelId="301">
          <dgm:prSet phldrT="Description" phldr="1"/>
        </dgm:pt>
        <dgm:pt modelId="400">
          <dgm:prSet phldrT="Title" phldr="1"/>
        </dgm:pt>
        <dgm:pt modelId="401">
          <dgm:prSet phldrT="Description" phldr="1"/>
        </dgm:pt>
      </dgm:ptLst>
      <dgm:cxnLst>
        <dgm:cxn modelId="1000" srcId="0" destId="100" srcOrd="0" destOrd="0"/>
        <dgm:cxn modelId="1001" srcId="100" destId="101" srcOrd="0" destOrd="0"/>
        <dgm:cxn modelId="2000" srcId="0" destId="200" srcOrd="1" destOrd="0"/>
        <dgm:cxn modelId="2001" srcId="200" destId="201" srcOrd="0" destOrd="0"/>
        <dgm:cxn modelId="3000" srcId="0" destId="300" srcOrd="2" destOrd="0"/>
        <dgm:cxn modelId="3001" srcId="300" destId="301" srcOrd="0" destOrd="0"/>
        <dgm:cxn modelId="4000" srcId="0" destId="400" srcOrd="3" destOrd="0"/>
        <dgm:cxn modelId="4001" srcId="400" destId="40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l" for="ch" forName="connLine" refType="w" fact="0.02"/>
      <dgm:constr type="w" for="ch" forName="connLine" refType="w" fact="0.96"/>
      <dgm:constr type="ctrY" for="ch" forName="connLine" refType="h" fact="0.48"/>
      <dgm:constr type="h" for="ch" forName="connLine" refType="w" fact="0.002"/>
      <dgm:constr type="l" for="ch" forName="itemsFlow" refType="w" fact="0.02"/>
      <dgm:constr type="w" for="ch" forName="itemsFlow" refType="w" fact="0.96"/>
      <dgm:constr type="t" for="ch" forName="itemsFlow"/>
      <dgm:constr type="h" for="ch" forName="itemsFlow" refType="h"/>
    </dgm:constrLst>
    <dgm:ruleLst/>
    <dgm:layoutNode name="connLine" styleLbl="dkBgShp">
      <dgm:alg type="sp"/>
      <dgm:shape xmlns:r="http://schemas.openxmlformats.org/officeDocument/2006/relationships" type="rect" r:blip="">
        <dgm:adjLst/>
        <dgm:extLst>
          <a:ext uri="{B698B0E9-8C71-41B9-8309-B3DCBF30829C}">
            <dgm1612:spPr xmlns:dgm1612="http://schemas.microsoft.com/office/drawing/2016/12/diagram">
              <a:gradFill rotWithShape="0">
                <a:gsLst>
                  <a:gs pos="0">
                    <a:schemeClr val="accent1">
                      <a:tint val="76000"/>
                    </a:schemeClr>
                  </a:gs>
                  <a:gs pos="100000">
                    <a:schemeClr val="accent1">
                      <a:tint val="76000"/>
                    </a:schemeClr>
                  </a:gs>
                </a:gsLst>
                <a:lin ang="0" scaled="0"/>
              </a:gradFill>
            </dgm1612:spPr>
          </a:ext>
        </dgm:extLst>
      </dgm:shape>
      <dgm:presOf/>
      <dgm:constrLst/>
      <dgm:ruleLst/>
    </dgm:layoutNode>
    <dgm:layoutNode name="itemsFlow">
      <dgm:choose name="dirChoose">
        <dgm:if name="dirNorm" func="var" arg="dir" op="equ" val="norm">
          <dgm:alg type="lin">
            <dgm:param type="linDir" val="fromL"/>
            <dgm:param type="fallback" val="1D"/>
          </dgm:alg>
        </dgm:if>
        <dgm:else name="dirRev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h" for="ch" forName="item" refType="h"/>
        <dgm:constr type="w" for="ch" forName="item" refType="w"/>
        <dgm:constr type="w" for="ch" forName="spacer" refType="w" refFor="ch" refForName="item" fact="0.05"/>
        <dgm:constr type="primFontSz" for="des" forName="titleText" op="equ"/>
        <dgm:constr type="primFontSz" for="des" forName="descText" op="equ"/>
      </dgm:constrLst>
      <dgm:ruleLst/>
      <dgm:forEach name="nodesForEach" axis="ch" ptType="node">
        <dgm:layoutNode name="item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anchor"/>
            <dgm:constr type="t" for="ch" forName="anchor"/>
            <dgm:constr type="w" for="ch" forName="anchor" refType="w"/>
            <dgm:constr type="h" for="ch" forName="anchor" refType="h"/>
            <dgm:constr type="l" for="ch" forName="titleText"/>
            <dgm:constr type="t" for="ch" forName="titleText" refType="h" fact="0.098"/>
            <dgm:constr type="w" for="ch" forName="titleText" refType="w"/>
            <dgm:constr type="h" for="ch" forName="titleText" refType="h" fact="0.306"/>
            <dgm:constr type="ctrX" for="ch" forName="dot" refType="w" fact="0.5"/>
            <dgm:constr type="ctrY" for="ch" forName="dot" refType="h" fact="0.48"/>
            <dgm:constr type="w" for="ch" forName="dot" refType="h" fact="0.036"/>
            <dgm:constr type="h" for="ch" forName="dot" refType="h" fact="0.036"/>
            <dgm:constr type="l" for="ch" forName="descText"/>
            <dgm:constr type="t" for="ch" forName="descText" refType="h" fact="0.557"/>
            <dgm:constr type="w" for="ch" forName="descText" refType="w"/>
            <dgm:constr type="h" for="ch" forName="descText" refType="h" fact="0.443"/>
          </dgm:constrLst>
          <dgm:ruleLst/>
          <dgm:layoutNode name="ancho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itleText" styleLbl="revTx">
            <dgm:varLst>
              <dgm:chMax val="0"/>
              <dgm:chPref val="0"/>
            </dgm:varLst>
            <dgm:alg type="tx">
              <dgm:param type="txAnchorVert" val="b"/>
              <dgm:param type="parTxLTRAlign" val="ctr"/>
              <dgm:param type="parTxRTLAlign" val="ctr"/>
            </dgm:alg>
            <dgm:shape xmlns:r="http://schemas.openxmlformats.org/officeDocument/2006/relationships" type="rect" r:blip="" hideGeom="1">
              <dgm:adjLst/>
            </dgm:shape>
            <dgm:presOf axis="self" ptType="node"/>
            <dgm:constrLst>
              <dgm:constr type="primFontSz" val="28"/>
              <dgm:constr type="lMarg" refType="primFontSz" fact="0.1"/>
              <dgm:constr type="rMarg" refType="primFontSz" fact="0.1"/>
              <dgm:constr type="tMarg" refType="primFontSz" fact="0.05"/>
              <dgm:constr type="bMarg" refType="primFontSz" fact="0.05"/>
            </dgm:constrLst>
            <dgm:ruleLst>
              <dgm:rule type="primFontSz" val="8" fact="NaN" max="NaN"/>
            </dgm:ruleLst>
          </dgm:layoutNode>
          <dgm:layoutNode name="dot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descText" styleLbl="revTx">
            <dgm:varLst>
              <dgm:chMax val="0"/>
              <dgm:chPref val="0"/>
            </dgm:varLst>
            <dgm:alg type="tx">
              <dgm:param type="txAnchorVert" val="t"/>
              <dgm:param type="parTxLTRAlign" val="ctr"/>
              <dgm:param type="parTxRTLAlign" val="ctr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secFontSz" val="18"/>
              <dgm:constr type="primFontSz" refType="secFontSz"/>
              <dgm:constr type="lMarg" refType="primFontSz" fact="0.1"/>
              <dgm:constr type="rMarg" refType="primFontSz" fact="0.1"/>
              <dgm:constr type="tMarg" refType="primFontSz" fact="0.05"/>
              <dgm:constr type="bMarg" refType="primFontSz" fact="0.05"/>
            </dgm:constrLst>
            <dgm:ruleLst>
              <dgm:rule type="primFontSz" val="7" fact="NaN" max="NaN"/>
            </dgm:ruleLst>
          </dgm:layoutNode>
        </dgm:layoutNode>
        <dgm:forEach name="sibTransForEach" axis="followSib" ptType="sibTrans" cnt="1">
          <dgm:layoutNode name="spac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defRPr b="1">
            <a:solidFill>
              <a:schemeClr val="accent1"/>
            </a:solidFill>
          </a:defRPr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26/layout/SmallDotsHorizontal">
  <dgm:title val=""/>
  <dgm:desc val=""/>
  <dgm:catLst>
    <dgm:cat type="timeline" pri="107"/>
  </dgm:catLst>
  <dgm:sampData>
    <dgm:dataModel>
      <dgm:ptLst>
        <dgm:pt modelId="0" type="doc"/>
        <dgm:pt modelId="100">
          <dgm:prSet phldrT="Title" phldr="1"/>
        </dgm:pt>
        <dgm:pt modelId="101">
          <dgm:prSet phldrT="Description" phldr="1"/>
        </dgm:pt>
        <dgm:pt modelId="200">
          <dgm:prSet phldrT="Title" phldr="1"/>
        </dgm:pt>
        <dgm:pt modelId="201">
          <dgm:prSet phldrT="Description" phldr="1"/>
        </dgm:pt>
        <dgm:pt modelId="300">
          <dgm:prSet phldrT="Title" phldr="1"/>
        </dgm:pt>
        <dgm:pt modelId="301">
          <dgm:prSet phldrT="Description" phldr="1"/>
        </dgm:pt>
        <dgm:pt modelId="400">
          <dgm:prSet phldrT="Title" phldr="1"/>
        </dgm:pt>
        <dgm:pt modelId="401">
          <dgm:prSet phldrT="Description" phldr="1"/>
        </dgm:pt>
      </dgm:ptLst>
      <dgm:cxnLst>
        <dgm:cxn modelId="1000" srcId="0" destId="100" srcOrd="0" destOrd="0"/>
        <dgm:cxn modelId="1001" srcId="100" destId="101" srcOrd="0" destOrd="0"/>
        <dgm:cxn modelId="2000" srcId="0" destId="200" srcOrd="1" destOrd="0"/>
        <dgm:cxn modelId="2001" srcId="200" destId="201" srcOrd="0" destOrd="0"/>
        <dgm:cxn modelId="3000" srcId="0" destId="300" srcOrd="2" destOrd="0"/>
        <dgm:cxn modelId="3001" srcId="300" destId="301" srcOrd="0" destOrd="0"/>
        <dgm:cxn modelId="4000" srcId="0" destId="400" srcOrd="3" destOrd="0"/>
        <dgm:cxn modelId="4001" srcId="400" destId="40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l" for="ch" forName="connLine" refType="w" fact="0.02"/>
      <dgm:constr type="w" for="ch" forName="connLine" refType="w" fact="0.96"/>
      <dgm:constr type="ctrY" for="ch" forName="connLine" refType="h" fact="0.48"/>
      <dgm:constr type="h" for="ch" forName="connLine" refType="w" fact="0.002"/>
      <dgm:constr type="l" for="ch" forName="itemsFlow" refType="w" fact="0.02"/>
      <dgm:constr type="w" for="ch" forName="itemsFlow" refType="w" fact="0.96"/>
      <dgm:constr type="t" for="ch" forName="itemsFlow"/>
      <dgm:constr type="h" for="ch" forName="itemsFlow" refType="h"/>
    </dgm:constrLst>
    <dgm:ruleLst/>
    <dgm:layoutNode name="connLine" styleLbl="dkBgShp">
      <dgm:alg type="sp"/>
      <dgm:shape xmlns:r="http://schemas.openxmlformats.org/officeDocument/2006/relationships" type="rect" r:blip="">
        <dgm:adjLst/>
        <dgm:extLst>
          <a:ext uri="{B698B0E9-8C71-41B9-8309-B3DCBF30829C}">
            <dgm1612:spPr xmlns:dgm1612="http://schemas.microsoft.com/office/drawing/2016/12/diagram">
              <a:gradFill rotWithShape="0">
                <a:gsLst>
                  <a:gs pos="0">
                    <a:schemeClr val="accent1">
                      <a:tint val="76000"/>
                    </a:schemeClr>
                  </a:gs>
                  <a:gs pos="100000">
                    <a:schemeClr val="accent1">
                      <a:tint val="76000"/>
                    </a:schemeClr>
                  </a:gs>
                </a:gsLst>
                <a:lin ang="0" scaled="0"/>
              </a:gradFill>
            </dgm1612:spPr>
          </a:ext>
        </dgm:extLst>
      </dgm:shape>
      <dgm:presOf/>
      <dgm:constrLst/>
      <dgm:ruleLst/>
    </dgm:layoutNode>
    <dgm:layoutNode name="itemsFlow">
      <dgm:choose name="dirChoose">
        <dgm:if name="dirNorm" func="var" arg="dir" op="equ" val="norm">
          <dgm:alg type="lin">
            <dgm:param type="linDir" val="fromL"/>
            <dgm:param type="fallback" val="1D"/>
          </dgm:alg>
        </dgm:if>
        <dgm:else name="dirRev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h" for="ch" forName="item" refType="h"/>
        <dgm:constr type="w" for="ch" forName="item" refType="w"/>
        <dgm:constr type="w" for="ch" forName="spacer" refType="w" refFor="ch" refForName="item" fact="0.05"/>
        <dgm:constr type="primFontSz" for="des" forName="titleText" op="equ"/>
        <dgm:constr type="primFontSz" for="des" forName="descText" op="equ"/>
      </dgm:constrLst>
      <dgm:ruleLst/>
      <dgm:forEach name="nodesForEach" axis="ch" ptType="node">
        <dgm:layoutNode name="item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anchor"/>
            <dgm:constr type="t" for="ch" forName="anchor"/>
            <dgm:constr type="w" for="ch" forName="anchor" refType="w"/>
            <dgm:constr type="h" for="ch" forName="anchor" refType="h"/>
            <dgm:constr type="l" for="ch" forName="titleText"/>
            <dgm:constr type="t" for="ch" forName="titleText" refType="h" fact="0.098"/>
            <dgm:constr type="w" for="ch" forName="titleText" refType="w"/>
            <dgm:constr type="h" for="ch" forName="titleText" refType="h" fact="0.306"/>
            <dgm:constr type="ctrX" for="ch" forName="dot" refType="w" fact="0.5"/>
            <dgm:constr type="ctrY" for="ch" forName="dot" refType="h" fact="0.48"/>
            <dgm:constr type="w" for="ch" forName="dot" refType="h" fact="0.036"/>
            <dgm:constr type="h" for="ch" forName="dot" refType="h" fact="0.036"/>
            <dgm:constr type="l" for="ch" forName="descText"/>
            <dgm:constr type="t" for="ch" forName="descText" refType="h" fact="0.557"/>
            <dgm:constr type="w" for="ch" forName="descText" refType="w"/>
            <dgm:constr type="h" for="ch" forName="descText" refType="h" fact="0.443"/>
          </dgm:constrLst>
          <dgm:ruleLst/>
          <dgm:layoutNode name="ancho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itleText" styleLbl="revTx">
            <dgm:varLst>
              <dgm:chMax val="0"/>
              <dgm:chPref val="0"/>
            </dgm:varLst>
            <dgm:alg type="tx">
              <dgm:param type="txAnchorVert" val="b"/>
              <dgm:param type="parTxLTRAlign" val="ctr"/>
              <dgm:param type="parTxRTLAlign" val="ctr"/>
            </dgm:alg>
            <dgm:shape xmlns:r="http://schemas.openxmlformats.org/officeDocument/2006/relationships" type="rect" r:blip="" hideGeom="1">
              <dgm:adjLst/>
            </dgm:shape>
            <dgm:presOf axis="self" ptType="node"/>
            <dgm:constrLst>
              <dgm:constr type="primFontSz" val="28"/>
              <dgm:constr type="lMarg" refType="primFontSz" fact="0.1"/>
              <dgm:constr type="rMarg" refType="primFontSz" fact="0.1"/>
              <dgm:constr type="tMarg" refType="primFontSz" fact="0.05"/>
              <dgm:constr type="bMarg" refType="primFontSz" fact="0.05"/>
            </dgm:constrLst>
            <dgm:ruleLst>
              <dgm:rule type="primFontSz" val="8" fact="NaN" max="NaN"/>
            </dgm:ruleLst>
          </dgm:layoutNode>
          <dgm:layoutNode name="dot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descText" styleLbl="revTx">
            <dgm:varLst>
              <dgm:chMax val="0"/>
              <dgm:chPref val="0"/>
            </dgm:varLst>
            <dgm:alg type="tx">
              <dgm:param type="txAnchorVert" val="t"/>
              <dgm:param type="parTxLTRAlign" val="ctr"/>
              <dgm:param type="parTxRTLAlign" val="ctr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secFontSz" val="18"/>
              <dgm:constr type="primFontSz" refType="secFontSz"/>
              <dgm:constr type="lMarg" refType="primFontSz" fact="0.1"/>
              <dgm:constr type="rMarg" refType="primFontSz" fact="0.1"/>
              <dgm:constr type="tMarg" refType="primFontSz" fact="0.05"/>
              <dgm:constr type="bMarg" refType="primFontSz" fact="0.05"/>
            </dgm:constrLst>
            <dgm:ruleLst>
              <dgm:rule type="primFontSz" val="7" fact="NaN" max="NaN"/>
            </dgm:ruleLst>
          </dgm:layoutNode>
        </dgm:layoutNode>
        <dgm:forEach name="sibTransForEach" axis="followSib" ptType="sibTrans" cnt="1">
          <dgm:layoutNode name="spac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defRPr b="1">
            <a:solidFill>
              <a:schemeClr val="accent1"/>
            </a:solidFill>
          </a:defRPr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756E7710-F552-4D93-9372-387096F1BDD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7F87C849-E392-455D-8531-E7FC629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337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7710-F552-4D93-9372-387096F1BDD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7C849-E392-455D-8531-E7FC629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6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7F87C849-E392-455D-8531-E7FC62990AB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756E7710-F552-4D93-9372-387096F1BDD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402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756E7710-F552-4D93-9372-387096F1BDD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F87C849-E392-455D-8531-E7FC629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050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56E7710-F552-4D93-9372-387096F1BDD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F87C849-E392-455D-8531-E7FC629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109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756E7710-F552-4D93-9372-387096F1BDD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7F87C849-E392-455D-8531-E7FC629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245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756E7710-F552-4D93-9372-387096F1BDD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7F87C849-E392-455D-8531-E7FC62990AB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71936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7710-F552-4D93-9372-387096F1BDD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7C849-E392-455D-8531-E7FC629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10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756E7710-F552-4D93-9372-387096F1BDD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7C849-E392-455D-8531-E7FC629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715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756E7710-F552-4D93-9372-387096F1BDD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7C849-E392-455D-8531-E7FC629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958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7710-F552-4D93-9372-387096F1BDD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7C849-E392-455D-8531-E7FC629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268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756E7710-F552-4D93-9372-387096F1BDD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7F87C849-E392-455D-8531-E7FC629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642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756E7710-F552-4D93-9372-387096F1BDD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7F87C849-E392-455D-8531-E7FC629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3859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756E7710-F552-4D93-9372-387096F1BDD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F87C849-E392-455D-8531-E7FC629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0668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756E7710-F552-4D93-9372-387096F1BDD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7F87C849-E392-455D-8531-E7FC629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711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756E7710-F552-4D93-9372-387096F1BDD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7F87C849-E392-455D-8531-E7FC629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27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7710-F552-4D93-9372-387096F1BDD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7C849-E392-455D-8531-E7FC62990AB8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3702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756E7710-F552-4D93-9372-387096F1BDD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7C849-E392-455D-8531-E7FC629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5041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6E7710-F552-4D93-9372-387096F1BDD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87C849-E392-455D-8531-E7FC62990AB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82757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56E7710-F552-4D93-9372-387096F1BDD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F87C849-E392-455D-8531-E7FC629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7002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756E7710-F552-4D93-9372-387096F1BDD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7F87C849-E392-455D-8531-E7FC629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9289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7710-F552-4D93-9372-387096F1BDD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7C849-E392-455D-8531-E7FC629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7058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7710-F552-4D93-9372-387096F1BDD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7C849-E392-455D-8531-E7FC629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2327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7710-F552-4D93-9372-387096F1BDD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7C849-E392-455D-8531-E7FC629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6551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E7710-F552-4D93-9372-387096F1BDD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7C849-E392-455D-8531-E7FC629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2382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756E7710-F552-4D93-9372-387096F1BDD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7F87C849-E392-455D-8531-E7FC629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524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756E7710-F552-4D93-9372-387096F1BDD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F87C849-E392-455D-8531-E7FC629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62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756E7710-F552-4D93-9372-387096F1BDD5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7F87C849-E392-455D-8531-E7FC629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30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</p:sldLayoutIdLst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image" Target="../media/image11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diagramLayout" Target="../diagrams/layout3.xml"/><Relationship Id="rId7" Type="http://schemas.openxmlformats.org/officeDocument/2006/relationships/image" Target="../media/image6.sv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1.sv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ra.dev/capabilities/continuous-integration/" TargetMode="External"/><Relationship Id="rId2" Type="http://schemas.openxmlformats.org/officeDocument/2006/relationships/hyperlink" Target="https://dora.dev/capabilities/continuous-delivery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ra.dev/capabilities/working-in-small-batches/" TargetMode="External"/><Relationship Id="rId4" Type="http://schemas.openxmlformats.org/officeDocument/2006/relationships/hyperlink" Target="https://dora.dev/guides/value-stream-managemen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7436D-B905-15EE-7FEB-4B55EC5134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Technology Value Stream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B1D09C-C75E-7CB0-29B4-9CF4273268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Understanding Lead Time, Processing Time, and the DevOps Ideal</a:t>
            </a:r>
          </a:p>
        </p:txBody>
      </p:sp>
      <p:pic>
        <p:nvPicPr>
          <p:cNvPr id="14" name="Graphic 13" descr="An organic corner shape">
            <a:extLst>
              <a:ext uri="{FF2B5EF4-FFF2-40B4-BE49-F238E27FC236}">
                <a16:creationId xmlns:a16="http://schemas.microsoft.com/office/drawing/2014/main" id="{C2AF1636-34BD-A85D-9E86-27813FB524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2286000"/>
            <a:ext cx="4572000" cy="4572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FEA1F7-134F-2515-B727-90AB4F488D40}"/>
              </a:ext>
            </a:extLst>
          </p:cNvPr>
          <p:cNvSpPr txBox="1"/>
          <p:nvPr/>
        </p:nvSpPr>
        <p:spPr>
          <a:xfrm>
            <a:off x="10049181" y="5784715"/>
            <a:ext cx="1569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Amanda Brock | CSD 380</a:t>
            </a:r>
          </a:p>
        </p:txBody>
      </p:sp>
    </p:spTree>
    <p:extLst>
      <p:ext uri="{BB962C8B-B14F-4D97-AF65-F5344CB8AC3E}">
        <p14:creationId xmlns:p14="http://schemas.microsoft.com/office/powerpoint/2010/main" val="2040244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41F49-2374-2D4A-C022-E4B104C6A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Technology Value Stream?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7E6AED19-CE94-28CC-CCED-18EFA1553C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9023580"/>
              </p:ext>
            </p:extLst>
          </p:nvPr>
        </p:nvGraphicFramePr>
        <p:xfrm>
          <a:off x="835754" y="1591291"/>
          <a:ext cx="10515600" cy="34638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0F0694B-3C50-EF13-B587-6444BCF988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4560458"/>
              </p:ext>
            </p:extLst>
          </p:nvPr>
        </p:nvGraphicFramePr>
        <p:xfrm>
          <a:off x="1821877" y="4501849"/>
          <a:ext cx="8822753" cy="15297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61" name="Graphic 60" descr="An organic corner shape">
            <a:extLst>
              <a:ext uri="{FF2B5EF4-FFF2-40B4-BE49-F238E27FC236}">
                <a16:creationId xmlns:a16="http://schemas.microsoft.com/office/drawing/2014/main" id="{A28390F6-5C6B-89C4-3CFC-B853C488E1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20000" y="0"/>
            <a:ext cx="4572000" cy="4572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4B0584-5A3D-7EBF-06BE-8D2A9B57611F}"/>
              </a:ext>
            </a:extLst>
          </p:cNvPr>
          <p:cNvSpPr txBox="1"/>
          <p:nvPr/>
        </p:nvSpPr>
        <p:spPr>
          <a:xfrm>
            <a:off x="602985" y="150968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The technology value stream is basically everything that happens between having an idea and getting that idea into the hands of the customer.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E0FF2C-3BED-321F-079E-44DDE5A8691F}"/>
              </a:ext>
            </a:extLst>
          </p:cNvPr>
          <p:cNvSpPr txBox="1"/>
          <p:nvPr/>
        </p:nvSpPr>
        <p:spPr>
          <a:xfrm>
            <a:off x="9906000" y="6257570"/>
            <a:ext cx="16209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/>
              <a:t>(Source: Google Cloud, n.d.–c)</a:t>
            </a:r>
          </a:p>
        </p:txBody>
      </p:sp>
    </p:spTree>
    <p:extLst>
      <p:ext uri="{BB962C8B-B14F-4D97-AF65-F5344CB8AC3E}">
        <p14:creationId xmlns:p14="http://schemas.microsoft.com/office/powerpoint/2010/main" val="1973849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69A70-2ECA-D4B5-F672-8476F11AD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76" y="240560"/>
            <a:ext cx="10899648" cy="1069848"/>
          </a:xfrm>
        </p:spPr>
        <p:txBody>
          <a:bodyPr/>
          <a:lstStyle/>
          <a:p>
            <a:r>
              <a:rPr lang="en-US" dirty="0"/>
              <a:t>Lead Time VS. Processing 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954757-1DCD-2CA6-8013-F0DCFFF04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0031" y="1461685"/>
            <a:ext cx="3204569" cy="600570"/>
          </a:xfrm>
          <a:solidFill>
            <a:schemeClr val="accent1"/>
          </a:solidFill>
          <a:ln>
            <a:noFill/>
          </a:ln>
        </p:spPr>
        <p:txBody>
          <a:bodyPr anchor="ctr" anchorCtr="1"/>
          <a:lstStyle/>
          <a:p>
            <a:r>
              <a:rPr lang="en-US" dirty="0">
                <a:solidFill>
                  <a:schemeClr val="bg1"/>
                </a:solidFill>
              </a:rPr>
              <a:t>Lead Time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1A67F5-D58B-5099-FA66-B049C4AAD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032" y="2093932"/>
            <a:ext cx="3188172" cy="1983954"/>
          </a:xfrm>
          <a:ln>
            <a:solidFill>
              <a:schemeClr val="accent1">
                <a:hueOff val="0"/>
                <a:satOff val="0"/>
                <a:lumOff val="0"/>
              </a:schemeClr>
            </a:solidFill>
          </a:ln>
        </p:spPr>
        <p:txBody>
          <a:bodyPr lIns="182880" anchor="ctr" anchorCtr="0"/>
          <a:lstStyle/>
          <a:p>
            <a:r>
              <a:rPr lang="en-US" dirty="0"/>
              <a:t>Starts when a request is made.</a:t>
            </a:r>
          </a:p>
          <a:p>
            <a:r>
              <a:rPr lang="en-US" dirty="0"/>
              <a:t>Ends when the request is completely finished.</a:t>
            </a:r>
          </a:p>
          <a:p>
            <a:r>
              <a:rPr lang="en-US" dirty="0"/>
              <a:t>Includes both working time and waiting time.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0F0BDB-A701-4936-A01C-590CB09943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95643" y="1455348"/>
            <a:ext cx="3204569" cy="600570"/>
          </a:xfrm>
          <a:solidFill>
            <a:schemeClr val="accent1"/>
          </a:solidFill>
        </p:spPr>
        <p:txBody>
          <a:bodyPr anchor="ctr" anchorCtr="1"/>
          <a:lstStyle/>
          <a:p>
            <a:r>
              <a:rPr lang="en-US" dirty="0">
                <a:solidFill>
                  <a:schemeClr val="bg1"/>
                </a:solidFill>
              </a:rPr>
              <a:t>Processing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Time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E01B17-96AD-C02F-D03A-F9B364D408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5644" y="2100382"/>
            <a:ext cx="3188172" cy="1983954"/>
          </a:xfrm>
          <a:ln>
            <a:solidFill>
              <a:schemeClr val="accent1">
                <a:hueOff val="0"/>
                <a:satOff val="0"/>
                <a:lumOff val="0"/>
              </a:schemeClr>
            </a:solidFill>
          </a:ln>
        </p:spPr>
        <p:txBody>
          <a:bodyPr lIns="182880" anchor="ctr" anchorCtr="0"/>
          <a:lstStyle/>
          <a:p>
            <a:r>
              <a:rPr lang="en-US" dirty="0"/>
              <a:t>Starts when someone actually begins working on the request.</a:t>
            </a:r>
          </a:p>
          <a:p>
            <a:r>
              <a:rPr lang="en-US" dirty="0"/>
              <a:t>Only counts the time spent actively working on it.</a:t>
            </a:r>
          </a:p>
          <a:p>
            <a:r>
              <a:rPr lang="en-US" dirty="0"/>
              <a:t>Does not count time sitting in a queue waiting for someone.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2776C22-54CA-AE66-DE89-8314E0EF88FE}"/>
              </a:ext>
            </a:extLst>
          </p:cNvPr>
          <p:cNvSpPr txBox="1">
            <a:spLocks/>
          </p:cNvSpPr>
          <p:nvPr/>
        </p:nvSpPr>
        <p:spPr>
          <a:xfrm>
            <a:off x="8341255" y="1455348"/>
            <a:ext cx="3204569" cy="606906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 anchorCtr="1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 cap="all" spc="5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Example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1DA82739-AFA8-E776-B6E2-E62981E75E61}"/>
              </a:ext>
            </a:extLst>
          </p:cNvPr>
          <p:cNvSpPr txBox="1">
            <a:spLocks/>
          </p:cNvSpPr>
          <p:nvPr/>
        </p:nvSpPr>
        <p:spPr>
          <a:xfrm>
            <a:off x="8341256" y="2100382"/>
            <a:ext cx="3188172" cy="1983954"/>
          </a:xfrm>
          <a:prstGeom prst="rect">
            <a:avLst/>
          </a:prstGeom>
          <a:ln>
            <a:solidFill>
              <a:schemeClr val="accent1">
                <a:hueOff val="0"/>
                <a:satOff val="0"/>
                <a:lumOff val="0"/>
              </a:schemeClr>
            </a:solidFill>
          </a:ln>
        </p:spPr>
        <p:txBody>
          <a:bodyPr vert="horz" lIns="18288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ticket is created on Monday, but nobody starts working on it until Thursday. The actual work only takes two hours.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A09CC62F-0F65-E529-427D-8F01B34AA4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3417739"/>
              </p:ext>
            </p:extLst>
          </p:nvPr>
        </p:nvGraphicFramePr>
        <p:xfrm>
          <a:off x="1783639" y="4471882"/>
          <a:ext cx="8128000" cy="16998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FCCD893-243E-4701-95DD-C0192273BB72}"/>
              </a:ext>
            </a:extLst>
          </p:cNvPr>
          <p:cNvSpPr txBox="1"/>
          <p:nvPr/>
        </p:nvSpPr>
        <p:spPr>
          <a:xfrm>
            <a:off x="5325701" y="4499804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Lead Time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36FB96-6E53-E5BD-9D5E-F907E6BA4107}"/>
              </a:ext>
            </a:extLst>
          </p:cNvPr>
          <p:cNvSpPr txBox="1"/>
          <p:nvPr/>
        </p:nvSpPr>
        <p:spPr>
          <a:xfrm>
            <a:off x="6366276" y="6074951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Processing Time</a:t>
            </a:r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7F5A73F4-62CC-30D8-E7A3-58DCD6120A55}"/>
              </a:ext>
            </a:extLst>
          </p:cNvPr>
          <p:cNvSpPr/>
          <p:nvPr/>
        </p:nvSpPr>
        <p:spPr>
          <a:xfrm>
            <a:off x="4451043" y="4684470"/>
            <a:ext cx="4019857" cy="738430"/>
          </a:xfrm>
          <a:prstGeom prst="arc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469CA118-5A15-C959-04C0-DEAD983F104A}"/>
              </a:ext>
            </a:extLst>
          </p:cNvPr>
          <p:cNvSpPr/>
          <p:nvPr/>
        </p:nvSpPr>
        <p:spPr>
          <a:xfrm flipH="1">
            <a:off x="3315772" y="4684470"/>
            <a:ext cx="4019857" cy="738430"/>
          </a:xfrm>
          <a:prstGeom prst="arc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664EED9C-87BD-6DAE-0D94-A55559EFADB9}"/>
              </a:ext>
            </a:extLst>
          </p:cNvPr>
          <p:cNvSpPr/>
          <p:nvPr/>
        </p:nvSpPr>
        <p:spPr>
          <a:xfrm flipV="1">
            <a:off x="7104688" y="5308598"/>
            <a:ext cx="1544012" cy="973059"/>
          </a:xfrm>
          <a:prstGeom prst="arc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B9C2FF6A-C982-33D5-5E62-3E2363489DA2}"/>
              </a:ext>
            </a:extLst>
          </p:cNvPr>
          <p:cNvSpPr/>
          <p:nvPr/>
        </p:nvSpPr>
        <p:spPr>
          <a:xfrm flipH="1" flipV="1">
            <a:off x="5592832" y="5299257"/>
            <a:ext cx="1511856" cy="973059"/>
          </a:xfrm>
          <a:prstGeom prst="arc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Graphic 53" descr="An organic corner shape">
            <a:extLst>
              <a:ext uri="{FF2B5EF4-FFF2-40B4-BE49-F238E27FC236}">
                <a16:creationId xmlns:a16="http://schemas.microsoft.com/office/drawing/2014/main" id="{D698364C-E779-F020-054D-278B1EE3A5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8646636" y="3327858"/>
            <a:ext cx="3545363" cy="3545363"/>
          </a:xfrm>
          <a:prstGeom prst="rect">
            <a:avLst/>
          </a:prstGeom>
        </p:spPr>
      </p:pic>
      <p:pic>
        <p:nvPicPr>
          <p:cNvPr id="56" name="Graphic 55" descr="An organic corner shape">
            <a:extLst>
              <a:ext uri="{FF2B5EF4-FFF2-40B4-BE49-F238E27FC236}">
                <a16:creationId xmlns:a16="http://schemas.microsoft.com/office/drawing/2014/main" id="{0A4CBB37-3DE1-39BB-D69E-860641F14C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3917122"/>
            <a:ext cx="2956099" cy="29560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C9C0A9-630D-2E26-0763-CB8D149B486F}"/>
              </a:ext>
            </a:extLst>
          </p:cNvPr>
          <p:cNvSpPr txBox="1"/>
          <p:nvPr/>
        </p:nvSpPr>
        <p:spPr>
          <a:xfrm>
            <a:off x="10208558" y="6494329"/>
            <a:ext cx="15856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solidFill>
                  <a:schemeClr val="bg1"/>
                </a:solidFill>
              </a:rPr>
              <a:t>(Source: Kim et al., 2021, p. 9)</a:t>
            </a:r>
          </a:p>
        </p:txBody>
      </p:sp>
    </p:spTree>
    <p:extLst>
      <p:ext uri="{BB962C8B-B14F-4D97-AF65-F5344CB8AC3E}">
        <p14:creationId xmlns:p14="http://schemas.microsoft.com/office/powerpoint/2010/main" val="1451223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 descr="A brushstroke">
            <a:extLst>
              <a:ext uri="{FF2B5EF4-FFF2-40B4-BE49-F238E27FC236}">
                <a16:creationId xmlns:a16="http://schemas.microsoft.com/office/drawing/2014/main" id="{45C5C366-4E43-8869-ACF4-482AD11AFA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57200" y="2916854"/>
            <a:ext cx="13500100" cy="47189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19259F-CA00-A665-F017-CD2EE7D60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Lead Time Matter?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49142-FCA5-E217-E902-C6923B8DF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587" y="2090382"/>
            <a:ext cx="2902214" cy="1946824"/>
          </a:xfrm>
        </p:spPr>
        <p:txBody>
          <a:bodyPr/>
          <a:lstStyle/>
          <a:p>
            <a:r>
              <a:rPr lang="en-US" dirty="0"/>
              <a:t>Waiting to be assigned</a:t>
            </a:r>
          </a:p>
          <a:p>
            <a:r>
              <a:rPr lang="en-US" dirty="0"/>
              <a:t>Waiting for another team</a:t>
            </a:r>
          </a:p>
          <a:p>
            <a:r>
              <a:rPr lang="en-US" dirty="0"/>
              <a:t>Waiting for testing</a:t>
            </a:r>
          </a:p>
          <a:p>
            <a:r>
              <a:rPr lang="en-US" dirty="0"/>
              <a:t>Waiting for approval</a:t>
            </a:r>
          </a:p>
          <a:p>
            <a:r>
              <a:rPr lang="en-US" dirty="0"/>
              <a:t>Waiting to be deployed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EA9B30-D5EB-082B-A617-D5E0711FC00A}"/>
              </a:ext>
            </a:extLst>
          </p:cNvPr>
          <p:cNvSpPr txBox="1"/>
          <p:nvPr/>
        </p:nvSpPr>
        <p:spPr>
          <a:xfrm>
            <a:off x="5194300" y="1092200"/>
            <a:ext cx="5301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 team can work quickly and still have a really long lead time.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C448EA-D3DC-5C0A-22A6-FD3B0DF24722}"/>
              </a:ext>
            </a:extLst>
          </p:cNvPr>
          <p:cNvSpPr txBox="1"/>
          <p:nvPr/>
        </p:nvSpPr>
        <p:spPr>
          <a:xfrm>
            <a:off x="704587" y="1591291"/>
            <a:ext cx="7430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actual work may only take a few hours, but the request could spend days or weeks: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762E6F-E8A2-EA86-BCEF-1F359601EADF}"/>
              </a:ext>
            </a:extLst>
          </p:cNvPr>
          <p:cNvSpPr txBox="1"/>
          <p:nvPr/>
        </p:nvSpPr>
        <p:spPr>
          <a:xfrm>
            <a:off x="704587" y="4166965"/>
            <a:ext cx="11322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why making developers work faster isn’t always the answer. Sometimes the bigger problem is simply how long the work sits around waiting.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799EEE-993D-2FCD-8EE1-7027640EA0EF}"/>
              </a:ext>
            </a:extLst>
          </p:cNvPr>
          <p:cNvSpPr txBox="1"/>
          <p:nvPr/>
        </p:nvSpPr>
        <p:spPr>
          <a:xfrm>
            <a:off x="2103710" y="5082043"/>
            <a:ext cx="849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Value stream mapping helps teams see those delays, so they know what actually needs to be fixed.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E6ED4B-047B-E31A-6A4B-F86FCD521A36}"/>
              </a:ext>
            </a:extLst>
          </p:cNvPr>
          <p:cNvSpPr txBox="1"/>
          <p:nvPr/>
        </p:nvSpPr>
        <p:spPr>
          <a:xfrm>
            <a:off x="8856933" y="6277847"/>
            <a:ext cx="26709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/>
              <a:t>(Source:  Kim et al., 2021, p. 9; Google Cloud, n.d.–c)</a:t>
            </a:r>
          </a:p>
        </p:txBody>
      </p:sp>
    </p:spTree>
    <p:extLst>
      <p:ext uri="{BB962C8B-B14F-4D97-AF65-F5344CB8AC3E}">
        <p14:creationId xmlns:p14="http://schemas.microsoft.com/office/powerpoint/2010/main" val="3875648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66888-F7D7-F5FD-B839-D6DBE65D4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Common Scenario: Deployment Takes Months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296DB-561C-9EF9-B048-27CCF0AE8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2176188"/>
            <a:ext cx="4299214" cy="2505624"/>
          </a:xfrm>
        </p:spPr>
        <p:txBody>
          <a:bodyPr/>
          <a:lstStyle/>
          <a:p>
            <a:r>
              <a:rPr lang="en-US" dirty="0"/>
              <a:t>Large amounts of code are changed at once.</a:t>
            </a:r>
          </a:p>
          <a:p>
            <a:r>
              <a:rPr lang="en-US" dirty="0"/>
              <a:t>Systems are tightly connected to each other.</a:t>
            </a:r>
          </a:p>
          <a:p>
            <a:r>
              <a:rPr lang="en-US" dirty="0"/>
              <a:t>Testing is mostly done manually.</a:t>
            </a:r>
          </a:p>
          <a:p>
            <a:r>
              <a:rPr lang="en-US" dirty="0"/>
              <a:t>Test environments may not always be available.</a:t>
            </a:r>
          </a:p>
          <a:p>
            <a:r>
              <a:rPr lang="en-US" dirty="0"/>
              <a:t>Changes have to go through several approvals.</a:t>
            </a:r>
          </a:p>
          <a:p>
            <a:r>
              <a:rPr lang="en-US" dirty="0"/>
              <a:t>Different teams handle different parts of the process.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7BAB39-36B1-6AD0-0E82-F54082FC4BBF}"/>
              </a:ext>
            </a:extLst>
          </p:cNvPr>
          <p:cNvSpPr txBox="1"/>
          <p:nvPr/>
        </p:nvSpPr>
        <p:spPr>
          <a:xfrm>
            <a:off x="602986" y="1455552"/>
            <a:ext cx="7545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some organizations, getting a change into production can take weeks or even months.</a:t>
            </a:r>
          </a:p>
          <a:p>
            <a:r>
              <a:rPr lang="en-US" dirty="0"/>
              <a:t>Some common reasons are: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AEF89B-9118-BA85-E510-0BA58D886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798" y="2634390"/>
            <a:ext cx="6630325" cy="13146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11734A-8A82-85EA-445B-D012491801D5}"/>
              </a:ext>
            </a:extLst>
          </p:cNvPr>
          <p:cNvSpPr txBox="1"/>
          <p:nvPr/>
        </p:nvSpPr>
        <p:spPr>
          <a:xfrm>
            <a:off x="1752600" y="5054600"/>
            <a:ext cx="9171742" cy="830997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9171742"/>
                      <a:gd name="csY0" fmla="*/ 0 h 830997"/>
                      <a:gd name="csX1" fmla="*/ 563407 w 9171742"/>
                      <a:gd name="csY1" fmla="*/ 0 h 830997"/>
                      <a:gd name="csX2" fmla="*/ 943379 w 9171742"/>
                      <a:gd name="csY2" fmla="*/ 0 h 830997"/>
                      <a:gd name="csX3" fmla="*/ 1781938 w 9171742"/>
                      <a:gd name="csY3" fmla="*/ 0 h 830997"/>
                      <a:gd name="csX4" fmla="*/ 2345345 w 9171742"/>
                      <a:gd name="csY4" fmla="*/ 0 h 830997"/>
                      <a:gd name="csX5" fmla="*/ 2908752 w 9171742"/>
                      <a:gd name="csY5" fmla="*/ 0 h 830997"/>
                      <a:gd name="csX6" fmla="*/ 3747312 w 9171742"/>
                      <a:gd name="csY6" fmla="*/ 0 h 830997"/>
                      <a:gd name="csX7" fmla="*/ 4219001 w 9171742"/>
                      <a:gd name="csY7" fmla="*/ 0 h 830997"/>
                      <a:gd name="csX8" fmla="*/ 5057561 w 9171742"/>
                      <a:gd name="csY8" fmla="*/ 0 h 830997"/>
                      <a:gd name="csX9" fmla="*/ 5896120 w 9171742"/>
                      <a:gd name="csY9" fmla="*/ 0 h 830997"/>
                      <a:gd name="csX10" fmla="*/ 6551244 w 9171742"/>
                      <a:gd name="csY10" fmla="*/ 0 h 830997"/>
                      <a:gd name="csX11" fmla="*/ 7389804 w 9171742"/>
                      <a:gd name="csY11" fmla="*/ 0 h 830997"/>
                      <a:gd name="csX12" fmla="*/ 7953211 w 9171742"/>
                      <a:gd name="csY12" fmla="*/ 0 h 830997"/>
                      <a:gd name="csX13" fmla="*/ 8516618 w 9171742"/>
                      <a:gd name="csY13" fmla="*/ 0 h 830997"/>
                      <a:gd name="csX14" fmla="*/ 9171742 w 9171742"/>
                      <a:gd name="csY14" fmla="*/ 0 h 830997"/>
                      <a:gd name="csX15" fmla="*/ 9171742 w 9171742"/>
                      <a:gd name="csY15" fmla="*/ 407189 h 830997"/>
                      <a:gd name="csX16" fmla="*/ 9171742 w 9171742"/>
                      <a:gd name="csY16" fmla="*/ 830997 h 830997"/>
                      <a:gd name="csX17" fmla="*/ 8424900 w 9171742"/>
                      <a:gd name="csY17" fmla="*/ 830997 h 830997"/>
                      <a:gd name="csX18" fmla="*/ 7769776 w 9171742"/>
                      <a:gd name="csY18" fmla="*/ 830997 h 830997"/>
                      <a:gd name="csX19" fmla="*/ 7389804 w 9171742"/>
                      <a:gd name="csY19" fmla="*/ 830997 h 830997"/>
                      <a:gd name="csX20" fmla="*/ 6918114 w 9171742"/>
                      <a:gd name="csY20" fmla="*/ 830997 h 830997"/>
                      <a:gd name="csX21" fmla="*/ 6079555 w 9171742"/>
                      <a:gd name="csY21" fmla="*/ 830997 h 830997"/>
                      <a:gd name="csX22" fmla="*/ 5424430 w 9171742"/>
                      <a:gd name="csY22" fmla="*/ 830997 h 830997"/>
                      <a:gd name="csX23" fmla="*/ 4952741 w 9171742"/>
                      <a:gd name="csY23" fmla="*/ 830997 h 830997"/>
                      <a:gd name="csX24" fmla="*/ 4297616 w 9171742"/>
                      <a:gd name="csY24" fmla="*/ 830997 h 830997"/>
                      <a:gd name="csX25" fmla="*/ 3917644 w 9171742"/>
                      <a:gd name="csY25" fmla="*/ 830997 h 830997"/>
                      <a:gd name="csX26" fmla="*/ 3537672 w 9171742"/>
                      <a:gd name="csY26" fmla="*/ 830997 h 830997"/>
                      <a:gd name="csX27" fmla="*/ 2882547 w 9171742"/>
                      <a:gd name="csY27" fmla="*/ 830997 h 830997"/>
                      <a:gd name="csX28" fmla="*/ 2410858 w 9171742"/>
                      <a:gd name="csY28" fmla="*/ 830997 h 830997"/>
                      <a:gd name="csX29" fmla="*/ 1664016 w 9171742"/>
                      <a:gd name="csY29" fmla="*/ 830997 h 830997"/>
                      <a:gd name="csX30" fmla="*/ 1192326 w 9171742"/>
                      <a:gd name="csY30" fmla="*/ 830997 h 830997"/>
                      <a:gd name="csX31" fmla="*/ 0 w 9171742"/>
                      <a:gd name="csY31" fmla="*/ 830997 h 830997"/>
                      <a:gd name="csX32" fmla="*/ 0 w 9171742"/>
                      <a:gd name="csY32" fmla="*/ 440428 h 830997"/>
                      <a:gd name="csX33" fmla="*/ 0 w 9171742"/>
                      <a:gd name="csY33" fmla="*/ 0 h 83099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</a:cxnLst>
                    <a:rect l="l" t="t" r="r" b="b"/>
                    <a:pathLst>
                      <a:path w="9171742" h="830997" extrusionOk="0">
                        <a:moveTo>
                          <a:pt x="0" y="0"/>
                        </a:moveTo>
                        <a:cubicBezTo>
                          <a:pt x="132802" y="10323"/>
                          <a:pt x="400556" y="14643"/>
                          <a:pt x="563407" y="0"/>
                        </a:cubicBezTo>
                        <a:cubicBezTo>
                          <a:pt x="726258" y="-14643"/>
                          <a:pt x="818721" y="-17803"/>
                          <a:pt x="943379" y="0"/>
                        </a:cubicBezTo>
                        <a:cubicBezTo>
                          <a:pt x="1068037" y="17803"/>
                          <a:pt x="1534088" y="12382"/>
                          <a:pt x="1781938" y="0"/>
                        </a:cubicBezTo>
                        <a:cubicBezTo>
                          <a:pt x="2029788" y="-12382"/>
                          <a:pt x="2064431" y="13250"/>
                          <a:pt x="2345345" y="0"/>
                        </a:cubicBezTo>
                        <a:cubicBezTo>
                          <a:pt x="2626259" y="-13250"/>
                          <a:pt x="2766998" y="-21365"/>
                          <a:pt x="2908752" y="0"/>
                        </a:cubicBezTo>
                        <a:cubicBezTo>
                          <a:pt x="3050506" y="21365"/>
                          <a:pt x="3520080" y="16447"/>
                          <a:pt x="3747312" y="0"/>
                        </a:cubicBezTo>
                        <a:cubicBezTo>
                          <a:pt x="3974544" y="-16447"/>
                          <a:pt x="4094046" y="-6078"/>
                          <a:pt x="4219001" y="0"/>
                        </a:cubicBezTo>
                        <a:cubicBezTo>
                          <a:pt x="4343956" y="6078"/>
                          <a:pt x="4837496" y="4239"/>
                          <a:pt x="5057561" y="0"/>
                        </a:cubicBezTo>
                        <a:cubicBezTo>
                          <a:pt x="5277626" y="-4239"/>
                          <a:pt x="5569653" y="-20941"/>
                          <a:pt x="5896120" y="0"/>
                        </a:cubicBezTo>
                        <a:cubicBezTo>
                          <a:pt x="6222587" y="20941"/>
                          <a:pt x="6243779" y="10843"/>
                          <a:pt x="6551244" y="0"/>
                        </a:cubicBezTo>
                        <a:cubicBezTo>
                          <a:pt x="6858709" y="-10843"/>
                          <a:pt x="7070406" y="16029"/>
                          <a:pt x="7389804" y="0"/>
                        </a:cubicBezTo>
                        <a:cubicBezTo>
                          <a:pt x="7709202" y="-16029"/>
                          <a:pt x="7777169" y="20421"/>
                          <a:pt x="7953211" y="0"/>
                        </a:cubicBezTo>
                        <a:cubicBezTo>
                          <a:pt x="8129253" y="-20421"/>
                          <a:pt x="8327173" y="-14706"/>
                          <a:pt x="8516618" y="0"/>
                        </a:cubicBezTo>
                        <a:cubicBezTo>
                          <a:pt x="8706063" y="14706"/>
                          <a:pt x="8995974" y="-17066"/>
                          <a:pt x="9171742" y="0"/>
                        </a:cubicBezTo>
                        <a:cubicBezTo>
                          <a:pt x="9183314" y="130940"/>
                          <a:pt x="9175140" y="227271"/>
                          <a:pt x="9171742" y="407189"/>
                        </a:cubicBezTo>
                        <a:cubicBezTo>
                          <a:pt x="9168344" y="587107"/>
                          <a:pt x="9182137" y="703814"/>
                          <a:pt x="9171742" y="830997"/>
                        </a:cubicBezTo>
                        <a:cubicBezTo>
                          <a:pt x="8915353" y="860516"/>
                          <a:pt x="8657063" y="863279"/>
                          <a:pt x="8424900" y="830997"/>
                        </a:cubicBezTo>
                        <a:cubicBezTo>
                          <a:pt x="8192737" y="798715"/>
                          <a:pt x="7951757" y="846817"/>
                          <a:pt x="7769776" y="830997"/>
                        </a:cubicBezTo>
                        <a:cubicBezTo>
                          <a:pt x="7587795" y="815177"/>
                          <a:pt x="7494942" y="831607"/>
                          <a:pt x="7389804" y="830997"/>
                        </a:cubicBezTo>
                        <a:cubicBezTo>
                          <a:pt x="7284666" y="830387"/>
                          <a:pt x="7026478" y="849070"/>
                          <a:pt x="6918114" y="830997"/>
                        </a:cubicBezTo>
                        <a:cubicBezTo>
                          <a:pt x="6809750" y="812925"/>
                          <a:pt x="6356680" y="830337"/>
                          <a:pt x="6079555" y="830997"/>
                        </a:cubicBezTo>
                        <a:cubicBezTo>
                          <a:pt x="5802430" y="831657"/>
                          <a:pt x="5626244" y="848586"/>
                          <a:pt x="5424430" y="830997"/>
                        </a:cubicBezTo>
                        <a:cubicBezTo>
                          <a:pt x="5222617" y="813408"/>
                          <a:pt x="5184796" y="828947"/>
                          <a:pt x="4952741" y="830997"/>
                        </a:cubicBezTo>
                        <a:cubicBezTo>
                          <a:pt x="4720686" y="833047"/>
                          <a:pt x="4553525" y="854664"/>
                          <a:pt x="4297616" y="830997"/>
                        </a:cubicBezTo>
                        <a:cubicBezTo>
                          <a:pt x="4041708" y="807330"/>
                          <a:pt x="4058261" y="847772"/>
                          <a:pt x="3917644" y="830997"/>
                        </a:cubicBezTo>
                        <a:cubicBezTo>
                          <a:pt x="3777027" y="814222"/>
                          <a:pt x="3697351" y="814322"/>
                          <a:pt x="3537672" y="830997"/>
                        </a:cubicBezTo>
                        <a:cubicBezTo>
                          <a:pt x="3377993" y="847672"/>
                          <a:pt x="3047043" y="802143"/>
                          <a:pt x="2882547" y="830997"/>
                        </a:cubicBezTo>
                        <a:cubicBezTo>
                          <a:pt x="2718051" y="859851"/>
                          <a:pt x="2635565" y="819806"/>
                          <a:pt x="2410858" y="830997"/>
                        </a:cubicBezTo>
                        <a:cubicBezTo>
                          <a:pt x="2186151" y="842188"/>
                          <a:pt x="1845712" y="795019"/>
                          <a:pt x="1664016" y="830997"/>
                        </a:cubicBezTo>
                        <a:cubicBezTo>
                          <a:pt x="1482320" y="866975"/>
                          <a:pt x="1299489" y="812211"/>
                          <a:pt x="1192326" y="830997"/>
                        </a:cubicBezTo>
                        <a:cubicBezTo>
                          <a:pt x="1085163" y="849784"/>
                          <a:pt x="458160" y="793347"/>
                          <a:pt x="0" y="830997"/>
                        </a:cubicBezTo>
                        <a:cubicBezTo>
                          <a:pt x="-5376" y="639221"/>
                          <a:pt x="-16900" y="539875"/>
                          <a:pt x="0" y="440428"/>
                        </a:cubicBezTo>
                        <a:cubicBezTo>
                          <a:pt x="16900" y="340981"/>
                          <a:pt x="7699" y="17010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none" lIns="274320" tIns="274320" rIns="274320" bIns="274320" rtlCol="0">
            <a:spAutoFit/>
          </a:bodyPr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The longer everything stays separated, the harder it can be when all the changes finally come together.</a:t>
            </a:r>
          </a:p>
        </p:txBody>
      </p:sp>
      <p:pic>
        <p:nvPicPr>
          <p:cNvPr id="11" name="Graphic 10" descr="An organic corner shape">
            <a:extLst>
              <a:ext uri="{FF2B5EF4-FFF2-40B4-BE49-F238E27FC236}">
                <a16:creationId xmlns:a16="http://schemas.microsoft.com/office/drawing/2014/main" id="{98859AF7-34FD-8830-E95C-A56F62EF3A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8978900" y="0"/>
            <a:ext cx="3213100" cy="3213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280FED-0302-BEA5-55E8-285C5B9347AE}"/>
              </a:ext>
            </a:extLst>
          </p:cNvPr>
          <p:cNvSpPr txBox="1"/>
          <p:nvPr/>
        </p:nvSpPr>
        <p:spPr>
          <a:xfrm>
            <a:off x="9875449" y="3951334"/>
            <a:ext cx="16433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/>
              <a:t>(Source: Kim et al., 2021, p. 10)</a:t>
            </a:r>
          </a:p>
        </p:txBody>
      </p:sp>
    </p:spTree>
    <p:extLst>
      <p:ext uri="{BB962C8B-B14F-4D97-AF65-F5344CB8AC3E}">
        <p14:creationId xmlns:p14="http://schemas.microsoft.com/office/powerpoint/2010/main" val="1685250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 descr="A brushstroke">
            <a:extLst>
              <a:ext uri="{FF2B5EF4-FFF2-40B4-BE49-F238E27FC236}">
                <a16:creationId xmlns:a16="http://schemas.microsoft.com/office/drawing/2014/main" id="{23A76950-EDD4-DDB4-34A1-163D0ABF40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-749422" y="930316"/>
            <a:ext cx="14617822" cy="82517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0AF8B5-6B5C-4549-86DF-67132D03D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031915"/>
            <a:ext cx="3968496" cy="1494845"/>
          </a:xfrm>
        </p:spPr>
        <p:txBody>
          <a:bodyPr anchor="t">
            <a:normAutofit/>
          </a:bodyPr>
          <a:lstStyle/>
          <a:p>
            <a:r>
              <a:rPr lang="en-US" dirty="0"/>
              <a:t>What Happens When Everything Comes Together?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7EBAA4F5-C51C-D0F8-CD26-D9877F9F0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7396" y="1854676"/>
            <a:ext cx="5527180" cy="2300135"/>
          </a:xfrm>
        </p:spPr>
        <p:txBody>
          <a:bodyPr>
            <a:normAutofit/>
          </a:bodyPr>
          <a:lstStyle/>
          <a:p>
            <a:r>
              <a:rPr lang="en-US" dirty="0"/>
              <a:t>Code may not work together correctly.</a:t>
            </a:r>
          </a:p>
          <a:p>
            <a:r>
              <a:rPr lang="en-US" dirty="0"/>
              <a:t>Tests may suddenly fail.</a:t>
            </a:r>
          </a:p>
          <a:p>
            <a:r>
              <a:rPr lang="en-US" dirty="0"/>
              <a:t>Teams have to figure out which change caused the problem.</a:t>
            </a:r>
          </a:p>
          <a:p>
            <a:r>
              <a:rPr lang="en-US" dirty="0"/>
              <a:t>Fixing one problem may uncover another.</a:t>
            </a:r>
          </a:p>
          <a:p>
            <a:r>
              <a:rPr lang="en-US" dirty="0"/>
              <a:t>Deployment becomes a huge event instead of a normal part of development.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A840FB-BEA2-D04E-F319-7B9055BFB726}"/>
              </a:ext>
            </a:extLst>
          </p:cNvPr>
          <p:cNvSpPr txBox="1"/>
          <p:nvPr/>
        </p:nvSpPr>
        <p:spPr>
          <a:xfrm>
            <a:off x="603504" y="2526760"/>
            <a:ext cx="41335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This is where a long deployment process can </a:t>
            </a:r>
            <a:r>
              <a:rPr lang="en-US" i="1"/>
              <a:t>get messy.</a:t>
            </a:r>
            <a:endParaRPr lang="en-US" i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62494B-A12E-E0FD-65E2-E940B1D84C58}"/>
              </a:ext>
            </a:extLst>
          </p:cNvPr>
          <p:cNvSpPr txBox="1"/>
          <p:nvPr/>
        </p:nvSpPr>
        <p:spPr>
          <a:xfrm>
            <a:off x="5327396" y="1031915"/>
            <a:ext cx="6261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Developers may work on separate changes for weeks or months. When everything is finally combined: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53D7DE-5828-4040-5BA1-DDFB9B4CA220}"/>
              </a:ext>
            </a:extLst>
          </p:cNvPr>
          <p:cNvSpPr txBox="1"/>
          <p:nvPr/>
        </p:nvSpPr>
        <p:spPr>
          <a:xfrm>
            <a:off x="1404629" y="4667936"/>
            <a:ext cx="91236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Continuous integration </a:t>
            </a:r>
            <a:r>
              <a:rPr lang="en-US" dirty="0">
                <a:solidFill>
                  <a:schemeClr val="bg1"/>
                </a:solidFill>
              </a:rPr>
              <a:t>helps prevent this by having developers combine smaller changes regularly and automatically test them. This gives developers feedback much sooner instead of discovering everything at the end.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EEF4AE-4029-A88C-73A1-8E48B0A247AE}"/>
              </a:ext>
            </a:extLst>
          </p:cNvPr>
          <p:cNvSpPr txBox="1"/>
          <p:nvPr/>
        </p:nvSpPr>
        <p:spPr>
          <a:xfrm>
            <a:off x="8856933" y="6277847"/>
            <a:ext cx="27366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/>
              <a:t>(Source:  Kim et al., 2021, p. 10; Google Cloud, n.d.–b)</a:t>
            </a:r>
          </a:p>
        </p:txBody>
      </p:sp>
    </p:spTree>
    <p:extLst>
      <p:ext uri="{BB962C8B-B14F-4D97-AF65-F5344CB8AC3E}">
        <p14:creationId xmlns:p14="http://schemas.microsoft.com/office/powerpoint/2010/main" val="2330811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8E89F-97B5-AE1D-85B8-E36908AC7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DevOps Ideal: Deployment in Minutes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BF11B-E51D-DC51-D494-B16CC762B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947" y="2293752"/>
            <a:ext cx="3588014" cy="2848524"/>
          </a:xfrm>
        </p:spPr>
        <p:txBody>
          <a:bodyPr/>
          <a:lstStyle/>
          <a:p>
            <a:r>
              <a:rPr lang="en-US" dirty="0"/>
              <a:t>Making small code changes</a:t>
            </a:r>
          </a:p>
          <a:p>
            <a:r>
              <a:rPr lang="en-US" dirty="0"/>
              <a:t>Using version control</a:t>
            </a:r>
          </a:p>
          <a:p>
            <a:r>
              <a:rPr lang="en-US" dirty="0"/>
              <a:t>Automatically testing changes</a:t>
            </a:r>
          </a:p>
          <a:p>
            <a:r>
              <a:rPr lang="en-US" dirty="0"/>
              <a:t>Getting feedback quickly</a:t>
            </a:r>
          </a:p>
          <a:p>
            <a:r>
              <a:rPr lang="en-US" dirty="0"/>
              <a:t>Fixing problems when they are still small</a:t>
            </a:r>
          </a:p>
          <a:p>
            <a:r>
              <a:rPr lang="en-US" dirty="0"/>
              <a:t>Automating as much of deployment as possible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858BE1-8628-44F7-880A-2AC8FDF52361}"/>
              </a:ext>
            </a:extLst>
          </p:cNvPr>
          <p:cNvSpPr txBox="1"/>
          <p:nvPr/>
        </p:nvSpPr>
        <p:spPr>
          <a:xfrm>
            <a:off x="602986" y="1544452"/>
            <a:ext cx="94436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Instead of saving up a huge amount of work for one deployment, developers make smaller changes more often.</a:t>
            </a:r>
          </a:p>
          <a:p>
            <a:r>
              <a:rPr lang="en-US" dirty="0"/>
              <a:t>This includes: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D59A463-4097-4693-3D9D-68046BCE17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8631558"/>
              </p:ext>
            </p:extLst>
          </p:nvPr>
        </p:nvGraphicFramePr>
        <p:xfrm>
          <a:off x="3675939" y="2401782"/>
          <a:ext cx="8128000" cy="16998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B0B53FC-16BE-C084-7A1C-00C9CD2C9FDE}"/>
              </a:ext>
            </a:extLst>
          </p:cNvPr>
          <p:cNvSpPr txBox="1"/>
          <p:nvPr/>
        </p:nvSpPr>
        <p:spPr>
          <a:xfrm>
            <a:off x="6670974" y="2429704"/>
            <a:ext cx="1838965" cy="369332"/>
          </a:xfrm>
          <a:prstGeom prst="rect">
            <a:avLst/>
          </a:prstGeom>
          <a:solidFill>
            <a:schemeClr val="accent1"/>
          </a:solidFill>
          <a:ln>
            <a:noFill/>
            <a:prstDash val="lg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838965"/>
                      <a:gd name="csY0" fmla="*/ 0 h 369332"/>
                      <a:gd name="csX1" fmla="*/ 1838965 w 1838965"/>
                      <a:gd name="csY1" fmla="*/ 0 h 369332"/>
                      <a:gd name="csX2" fmla="*/ 1838965 w 1838965"/>
                      <a:gd name="csY2" fmla="*/ 369332 h 369332"/>
                      <a:gd name="csX3" fmla="*/ 0 w 1838965"/>
                      <a:gd name="csY3" fmla="*/ 369332 h 369332"/>
                      <a:gd name="csX4" fmla="*/ 0 w 1838965"/>
                      <a:gd name="csY4" fmla="*/ 0 h 3693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1838965" h="369332" extrusionOk="0">
                        <a:moveTo>
                          <a:pt x="0" y="0"/>
                        </a:moveTo>
                        <a:cubicBezTo>
                          <a:pt x="690574" y="-7497"/>
                          <a:pt x="1258800" y="-145474"/>
                          <a:pt x="1838965" y="0"/>
                        </a:cubicBezTo>
                        <a:cubicBezTo>
                          <a:pt x="1816161" y="167616"/>
                          <a:pt x="1836905" y="247698"/>
                          <a:pt x="1838965" y="369332"/>
                        </a:cubicBezTo>
                        <a:cubicBezTo>
                          <a:pt x="1306119" y="426788"/>
                          <a:pt x="693067" y="502661"/>
                          <a:pt x="0" y="369332"/>
                        </a:cubicBezTo>
                        <a:cubicBezTo>
                          <a:pt x="19812" y="326466"/>
                          <a:pt x="15727" y="9363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Lead Time: Minutes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9D8794-0551-24E2-07CD-1CAB2652C98E}"/>
              </a:ext>
            </a:extLst>
          </p:cNvPr>
          <p:cNvSpPr txBox="1"/>
          <p:nvPr/>
        </p:nvSpPr>
        <p:spPr>
          <a:xfrm>
            <a:off x="6469469" y="4385784"/>
            <a:ext cx="2031325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Total Cycle Time: 25m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B44AC12E-FDA7-BD34-14E7-8ED6486C85CC}"/>
              </a:ext>
            </a:extLst>
          </p:cNvPr>
          <p:cNvSpPr/>
          <p:nvPr/>
        </p:nvSpPr>
        <p:spPr>
          <a:xfrm>
            <a:off x="6921501" y="2614370"/>
            <a:ext cx="3441700" cy="738430"/>
          </a:xfrm>
          <a:prstGeom prst="arc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23672619-490C-08B3-6CEC-294510939DB7}"/>
              </a:ext>
            </a:extLst>
          </p:cNvPr>
          <p:cNvSpPr/>
          <p:nvPr/>
        </p:nvSpPr>
        <p:spPr>
          <a:xfrm flipH="1">
            <a:off x="5208072" y="2614370"/>
            <a:ext cx="2691329" cy="738430"/>
          </a:xfrm>
          <a:prstGeom prst="arc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738E272F-D7FF-F3CD-4F85-06048ED0337C}"/>
              </a:ext>
            </a:extLst>
          </p:cNvPr>
          <p:cNvSpPr/>
          <p:nvPr/>
        </p:nvSpPr>
        <p:spPr>
          <a:xfrm flipV="1">
            <a:off x="6781800" y="2826958"/>
            <a:ext cx="3607185" cy="1782112"/>
          </a:xfrm>
          <a:prstGeom prst="arc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25D26CBE-60B7-6CA2-2A03-0841BE9B2AB4}"/>
              </a:ext>
            </a:extLst>
          </p:cNvPr>
          <p:cNvSpPr/>
          <p:nvPr/>
        </p:nvSpPr>
        <p:spPr>
          <a:xfrm flipH="1" flipV="1">
            <a:off x="5122172" y="3380721"/>
            <a:ext cx="2472427" cy="1216673"/>
          </a:xfrm>
          <a:prstGeom prst="arc">
            <a:avLst/>
          </a:prstGeom>
          <a:ln w="127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0EE4D8-C5F0-9D7E-6D9E-09243D4B3E9D}"/>
              </a:ext>
            </a:extLst>
          </p:cNvPr>
          <p:cNvSpPr txBox="1"/>
          <p:nvPr/>
        </p:nvSpPr>
        <p:spPr>
          <a:xfrm>
            <a:off x="768947" y="5203467"/>
            <a:ext cx="10649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Working in small batches gives teams faster feedback and makes problems easier to find and fix. Continuous delivery then helps make releasing those changes a normal, low-risk process.</a:t>
            </a:r>
          </a:p>
        </p:txBody>
      </p:sp>
      <p:pic>
        <p:nvPicPr>
          <p:cNvPr id="21" name="Graphic 20" descr="An organic corner shape">
            <a:extLst>
              <a:ext uri="{FF2B5EF4-FFF2-40B4-BE49-F238E27FC236}">
                <a16:creationId xmlns:a16="http://schemas.microsoft.com/office/drawing/2014/main" id="{F49420D6-4C07-E745-72C8-9003975CDF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0" y="0"/>
            <a:ext cx="4572000" cy="457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453055-F02A-C535-5D9B-39AE0B7D8C08}"/>
              </a:ext>
            </a:extLst>
          </p:cNvPr>
          <p:cNvSpPr txBox="1"/>
          <p:nvPr/>
        </p:nvSpPr>
        <p:spPr>
          <a:xfrm>
            <a:off x="8856933" y="6277847"/>
            <a:ext cx="2643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/>
              <a:t>(Source:  Kim et al., 2021, p. 10; Google Cloud, 2025)</a:t>
            </a:r>
          </a:p>
        </p:txBody>
      </p:sp>
    </p:spTree>
    <p:extLst>
      <p:ext uri="{BB962C8B-B14F-4D97-AF65-F5344CB8AC3E}">
        <p14:creationId xmlns:p14="http://schemas.microsoft.com/office/powerpoint/2010/main" val="2936155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C059C-EC01-3FCF-82EB-453ADDEBA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987" y="570528"/>
            <a:ext cx="4972314" cy="1325563"/>
          </a:xfrm>
        </p:spPr>
        <p:txBody>
          <a:bodyPr/>
          <a:lstStyle/>
          <a:p>
            <a:r>
              <a:rPr lang="en-US" dirty="0"/>
              <a:t>From Months to Minutes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A87F8E-55DD-3678-35DE-A397D4E55C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978434"/>
              </p:ext>
            </p:extLst>
          </p:nvPr>
        </p:nvGraphicFramePr>
        <p:xfrm>
          <a:off x="602987" y="1874482"/>
          <a:ext cx="4972314" cy="301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6157">
                  <a:extLst>
                    <a:ext uri="{9D8B030D-6E8A-4147-A177-3AD203B41FA5}">
                      <a16:colId xmlns:a16="http://schemas.microsoft.com/office/drawing/2014/main" val="3306335529"/>
                    </a:ext>
                  </a:extLst>
                </a:gridCol>
                <a:gridCol w="2486157">
                  <a:extLst>
                    <a:ext uri="{9D8B030D-6E8A-4147-A177-3AD203B41FA5}">
                      <a16:colId xmlns:a16="http://schemas.microsoft.com/office/drawing/2014/main" val="6482426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Long Deployment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DevOps Approach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054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Large 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Small changes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185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Manual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Automated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603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Long waits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Fast feedback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709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Many handoffs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Teams work more independently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126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Problems found 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Problems found sooner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067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Months to deploy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Minutes or hours can be possible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809968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A6CB1A69-295D-ED38-7309-F7C61569B148}"/>
              </a:ext>
            </a:extLst>
          </p:cNvPr>
          <p:cNvSpPr txBox="1">
            <a:spLocks/>
          </p:cNvSpPr>
          <p:nvPr/>
        </p:nvSpPr>
        <p:spPr>
          <a:xfrm>
            <a:off x="6491882" y="570528"/>
            <a:ext cx="4972314" cy="1325563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rm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The Main Idea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324BC8F-333C-42C4-B952-79117B7B5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1882" y="2244006"/>
            <a:ext cx="4972314" cy="2300135"/>
          </a:xfrm>
        </p:spPr>
        <p:txBody>
          <a:bodyPr>
            <a:normAutofit/>
          </a:bodyPr>
          <a:lstStyle/>
          <a:p>
            <a:r>
              <a:rPr lang="en-US" dirty="0"/>
              <a:t>It’s to remove the things slowing the process down and make it easier to safely move small changes from development into production.</a:t>
            </a:r>
          </a:p>
          <a:p>
            <a:r>
              <a:rPr lang="en-US" dirty="0"/>
              <a:t>Automation, continuous integration, continuous testing, and smaller batches all help shorten that process while still keeping software reliable.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5EDCC7-8E7B-699E-D533-A4184EA746A7}"/>
              </a:ext>
            </a:extLst>
          </p:cNvPr>
          <p:cNvSpPr txBox="1"/>
          <p:nvPr/>
        </p:nvSpPr>
        <p:spPr>
          <a:xfrm>
            <a:off x="6491882" y="1797635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goal isn’t just to work faster.</a:t>
            </a:r>
          </a:p>
        </p:txBody>
      </p:sp>
      <p:pic>
        <p:nvPicPr>
          <p:cNvPr id="11" name="Graphic 10" descr="An organic corner shape">
            <a:extLst>
              <a:ext uri="{FF2B5EF4-FFF2-40B4-BE49-F238E27FC236}">
                <a16:creationId xmlns:a16="http://schemas.microsoft.com/office/drawing/2014/main" id="{6484891C-BBBF-11AD-DC19-A4410D39CC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-1651000" y="2019300"/>
            <a:ext cx="13843000" cy="4838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9A4115-31BE-D396-3625-F65E8BBB41BE}"/>
              </a:ext>
            </a:extLst>
          </p:cNvPr>
          <p:cNvSpPr txBox="1"/>
          <p:nvPr/>
        </p:nvSpPr>
        <p:spPr>
          <a:xfrm>
            <a:off x="8856933" y="6277847"/>
            <a:ext cx="24400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solidFill>
                  <a:schemeClr val="bg1"/>
                </a:solidFill>
              </a:rPr>
              <a:t>(Source:  Kim et al., 2021; Google Cloud, n.d.–a)</a:t>
            </a:r>
          </a:p>
        </p:txBody>
      </p:sp>
    </p:spTree>
    <p:extLst>
      <p:ext uri="{BB962C8B-B14F-4D97-AF65-F5344CB8AC3E}">
        <p14:creationId xmlns:p14="http://schemas.microsoft.com/office/powerpoint/2010/main" val="3692706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AA51-3E92-2B34-B436-265D36DD7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975CE-D398-33EE-BD78-2283EC500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Google Cloud. (n.d.-a).</a:t>
            </a:r>
            <a:r>
              <a:rPr lang="en-US" dirty="0"/>
              <a:t> </a:t>
            </a:r>
            <a:r>
              <a:rPr lang="en-US" i="1" dirty="0"/>
              <a:t>Continuous delivery.</a:t>
            </a:r>
            <a:r>
              <a:rPr lang="en-US" dirty="0"/>
              <a:t> DORA. </a:t>
            </a:r>
            <a:r>
              <a:rPr lang="en-US" dirty="0">
                <a:hlinkClick r:id="rId2"/>
              </a:rPr>
              <a:t>https://dora.dev/capabilities/continuous-delivery/</a:t>
            </a:r>
            <a:endParaRPr lang="en-US" dirty="0"/>
          </a:p>
          <a:p>
            <a:r>
              <a:rPr lang="en-US" b="1" dirty="0"/>
              <a:t>Google Cloud. (n.d.-b).</a:t>
            </a:r>
            <a:r>
              <a:rPr lang="en-US" dirty="0"/>
              <a:t> </a:t>
            </a:r>
            <a:r>
              <a:rPr lang="en-US" i="1" dirty="0"/>
              <a:t>Continuous integration.</a:t>
            </a:r>
            <a:r>
              <a:rPr lang="en-US" dirty="0"/>
              <a:t> DORA. </a:t>
            </a:r>
            <a:r>
              <a:rPr lang="en-US" dirty="0">
                <a:hlinkClick r:id="rId3"/>
              </a:rPr>
              <a:t>https://dora.dev/capabilities/continuous-integration/</a:t>
            </a:r>
            <a:endParaRPr lang="en-US" dirty="0"/>
          </a:p>
          <a:p>
            <a:r>
              <a:rPr lang="en-US" b="1" dirty="0"/>
              <a:t>Google Cloud. (n.d.-c).</a:t>
            </a:r>
            <a:r>
              <a:rPr lang="en-US" dirty="0"/>
              <a:t> </a:t>
            </a:r>
            <a:r>
              <a:rPr lang="en-US" i="1" dirty="0"/>
              <a:t>Value stream mapping for software delivery.</a:t>
            </a:r>
            <a:r>
              <a:rPr lang="en-US" dirty="0"/>
              <a:t> DORA. </a:t>
            </a:r>
            <a:r>
              <a:rPr lang="en-US" dirty="0">
                <a:hlinkClick r:id="rId4"/>
              </a:rPr>
              <a:t>https://dora.dev/guides/value-stream-management/</a:t>
            </a:r>
            <a:endParaRPr lang="en-US" dirty="0"/>
          </a:p>
          <a:p>
            <a:r>
              <a:rPr lang="en-US" b="1" dirty="0"/>
              <a:t>Google Cloud. (2025).</a:t>
            </a:r>
            <a:r>
              <a:rPr lang="en-US" dirty="0"/>
              <a:t> </a:t>
            </a:r>
            <a:r>
              <a:rPr lang="en-US" i="1" dirty="0"/>
              <a:t>Working in small batches.</a:t>
            </a:r>
            <a:r>
              <a:rPr lang="en-US" dirty="0"/>
              <a:t> DORA. </a:t>
            </a:r>
            <a:r>
              <a:rPr lang="en-US" dirty="0">
                <a:hlinkClick r:id="rId5"/>
              </a:rPr>
              <a:t>https://dora.dev/capabilities/working-in-small-batches/</a:t>
            </a:r>
            <a:endParaRPr lang="en-US" dirty="0"/>
          </a:p>
          <a:p>
            <a:r>
              <a:rPr lang="en-US" b="1" dirty="0"/>
              <a:t>Kim, G., Humble, J., Debois, P., Willis, J., &amp; Forsgren, N. (2021). </a:t>
            </a:r>
            <a:r>
              <a:rPr lang="en-US" i="1" dirty="0"/>
              <a:t>The DevOps handbook: How to create world-class agility, reliability, &amp; security in technology organizations</a:t>
            </a:r>
            <a:r>
              <a:rPr lang="en-US" dirty="0"/>
              <a:t> (2nd ed.). IT Revolution Press.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948578"/>
      </p:ext>
    </p:extLst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0</TotalTime>
  <Words>992</Words>
  <Application>Microsoft Office PowerPoint</Application>
  <PresentationFormat>Widescreen</PresentationFormat>
  <Paragraphs>108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Oswald SemiBold</vt:lpstr>
      <vt:lpstr>Univers Condensed Light</vt:lpstr>
      <vt:lpstr>Orange Experience</vt:lpstr>
      <vt:lpstr>The Technology Value Stream</vt:lpstr>
      <vt:lpstr>What Is the Technology Value Stream?</vt:lpstr>
      <vt:lpstr>Lead Time VS. Processing Time</vt:lpstr>
      <vt:lpstr>Why Does Lead Time Matter?</vt:lpstr>
      <vt:lpstr>The Common Scenario: Deployment Takes Months</vt:lpstr>
      <vt:lpstr>What Happens When Everything Comes Together?</vt:lpstr>
      <vt:lpstr>The DevOps Ideal: Deployment in Minutes</vt:lpstr>
      <vt:lpstr>From Months to Minutes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Brock</dc:creator>
  <cp:lastModifiedBy>Amanda Brock</cp:lastModifiedBy>
  <cp:revision>1</cp:revision>
  <dcterms:created xsi:type="dcterms:W3CDTF">2026-08-15T21:12:40Z</dcterms:created>
  <dcterms:modified xsi:type="dcterms:W3CDTF">2026-08-16T00:40:43Z</dcterms:modified>
</cp:coreProperties>
</file>